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15.xml.rels" ContentType="application/vnd.openxmlformats-package.relationships+xml"/>
  <Override PartName="/ppt/slides/_rels/slide14.xml.rels" ContentType="application/vnd.openxmlformats-package.relationships+xml"/>
  <Override PartName="/ppt/slides/_rels/slide26.xml.rels" ContentType="application/vnd.openxmlformats-package.relationships+xml"/>
  <Override PartName="/ppt/slides/_rels/slide13.xml.rels" ContentType="application/vnd.openxmlformats-package.relationships+xml"/>
  <Override PartName="/ppt/slides/_rels/slide25.xml.rels" ContentType="application/vnd.openxmlformats-package.relationships+xml"/>
  <Override PartName="/ppt/slides/_rels/slide12.xml.rels" ContentType="application/vnd.openxmlformats-package.relationships+xml"/>
  <Override PartName="/ppt/slides/_rels/slide24.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4.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_rels/presentation.xml.rels" ContentType="application/vnd.openxmlformats-package.relationships+xml"/>
  <Override PartName="/ppt/media/image12.png" ContentType="image/png"/>
  <Override PartName="/ppt/media/image3.png" ContentType="image/png"/>
  <Override PartName="/ppt/media/image11.png" ContentType="image/png"/>
  <Override PartName="/ppt/media/image7.jpeg" ContentType="image/jpeg"/>
  <Override PartName="/ppt/media/image20.png" ContentType="image/png"/>
  <Override PartName="/ppt/media/image6.jpeg" ContentType="image/jpeg"/>
  <Override PartName="/ppt/media/image10.png" ContentType="image/png"/>
  <Override PartName="/ppt/media/image13.jpeg" ContentType="image/jpeg"/>
  <Override PartName="/ppt/media/image8.jpeg" ContentType="image/jpeg"/>
  <Override PartName="/ppt/media/image28.png" ContentType="image/png"/>
  <Override PartName="/ppt/media/image5.png" ContentType="image/png"/>
  <Override PartName="/ppt/media/image26.jpeg" ContentType="image/jpeg"/>
  <Override PartName="/ppt/media/image4.jpeg" ContentType="image/jpeg"/>
  <Override PartName="/ppt/media/image9.jpeg" ContentType="image/jpeg"/>
  <Override PartName="/ppt/media/image2.jpeg" ContentType="image/jpeg"/>
  <Override PartName="/ppt/media/image27.png" ContentType="image/png"/>
  <Override PartName="/ppt/media/image25.jpeg" ContentType="image/jpeg"/>
  <Override PartName="/ppt/media/image21.png" ContentType="image/png"/>
  <Override PartName="/ppt/media/image24.png" ContentType="image/png"/>
  <Override PartName="/ppt/media/image18.jpeg" ContentType="image/jpeg"/>
  <Override PartName="/ppt/media/image22.png" ContentType="image/png"/>
  <Override PartName="/ppt/media/image19.jpeg" ContentType="image/jpeg"/>
  <Override PartName="/ppt/media/image1.jpeg" ContentType="image/jpeg"/>
  <Override PartName="/ppt/media/image17.jpeg" ContentType="image/jpeg"/>
  <Override PartName="/ppt/media/image16.jpeg" ContentType="image/jpeg"/>
  <Override PartName="/ppt/media/image15.jpeg" ContentType="image/jpeg"/>
  <Override PartName="/ppt/media/image23.png" ContentType="image/png"/>
  <Override PartName="/ppt/media/image14.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9"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 name="PlaceHolder 2"/>
          <p:cNvSpPr>
            <a:spLocks noGrp="1"/>
          </p:cNvSpPr>
          <p:nvPr>
            <p:ph type="subTitle"/>
          </p:nvPr>
        </p:nvSpPr>
        <p:spPr>
          <a:xfrm>
            <a:off x="311760" y="1229760"/>
            <a:ext cx="8520120" cy="3338640"/>
          </a:xfrm>
          <a:prstGeom prst="rect">
            <a:avLst/>
          </a:prstGeom>
          <a:noFill/>
          <a:ln w="0">
            <a:noFill/>
          </a:ln>
        </p:spPr>
        <p:txBody>
          <a:bodyPr lIns="0" rIns="0" tIns="0" bIns="0" anchor="ctr">
            <a:noAutofit/>
          </a:bodyPr>
          <a:p>
            <a:pPr indent="0" algn="ctr">
              <a:buNone/>
            </a:pPr>
            <a:endParaRPr b="0" lang="en-US" sz="3200" spc="-1" strike="noStrike">
              <a:solidFill>
                <a:srgbClr val="ffffff"/>
              </a:solidFill>
              <a:latin typeface="Arial"/>
            </a:endParaRPr>
          </a:p>
        </p:txBody>
      </p:sp>
      <p:sp>
        <p:nvSpPr>
          <p:cNvPr id="4" name="PlaceHolder 3"/>
          <p:cNvSpPr>
            <a:spLocks noGrp="1"/>
          </p:cNvSpPr>
          <p:nvPr>
            <p:ph type="sldNum" idx="1"/>
          </p:nvPr>
        </p:nvSpPr>
        <p:spPr/>
        <p:txBody>
          <a:bodyPr/>
          <a:p>
            <a:fld id="{62B05171-F74C-41E3-99E7-9E41B7551320}"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738C1AA4-2BD4-4630-AD6C-4A1DADFF2DEA}"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DC47C877-0D13-433C-BA6F-456F3B6FF5B6}"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CBD909D8-8C1A-4F56-A759-26FA167B8C37}"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38"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9" name="PlaceHolder 2"/>
          <p:cNvSpPr>
            <a:spLocks noGrp="1"/>
          </p:cNvSpPr>
          <p:nvPr>
            <p:ph/>
          </p:nvPr>
        </p:nvSpPr>
        <p:spPr>
          <a:xfrm>
            <a:off x="311760" y="1229760"/>
            <a:ext cx="852012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90DCB1EA-F283-42D4-8D5D-0068117005C1}"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spTree>
      <p:nvGrpSpPr>
        <p:cNvPr id="1" name=""/>
        <p:cNvGrpSpPr/>
        <p:nvPr/>
      </p:nvGrpSpPr>
      <p:grpSpPr>
        <a:xfrm>
          <a:off x="0" y="0"/>
          <a:ext cx="0" cy="0"/>
          <a:chOff x="0" y="0"/>
          <a:chExt cx="0" cy="0"/>
        </a:xfrm>
      </p:grpSpPr>
      <p:sp>
        <p:nvSpPr>
          <p:cNvPr id="44"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45" name="PlaceHolder 2"/>
          <p:cNvSpPr>
            <a:spLocks noGrp="1"/>
          </p:cNvSpPr>
          <p:nvPr>
            <p:ph/>
          </p:nvPr>
        </p:nvSpPr>
        <p:spPr>
          <a:xfrm>
            <a:off x="311760" y="1229760"/>
            <a:ext cx="415764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6" name="PlaceHolder 3"/>
          <p:cNvSpPr>
            <a:spLocks noGrp="1"/>
          </p:cNvSpPr>
          <p:nvPr>
            <p:ph/>
          </p:nvPr>
        </p:nvSpPr>
        <p:spPr>
          <a:xfrm>
            <a:off x="4677840" y="1229760"/>
            <a:ext cx="4157640" cy="333864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84578287-5FFA-4B16-BDD3-C89A439DD5B9}"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49" name="PlaceHolder 1"/>
          <p:cNvSpPr>
            <a:spLocks noGrp="1"/>
          </p:cNvSpPr>
          <p:nvPr>
            <p:ph type="title"/>
          </p:nvPr>
        </p:nvSpPr>
        <p:spPr>
          <a:xfrm>
            <a:off x="311760" y="410040"/>
            <a:ext cx="8520120" cy="60732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7"/>
          </p:nvPr>
        </p:nvSpPr>
        <p:spPr/>
        <p:txBody>
          <a:bodyPr/>
          <a:p>
            <a:fld id="{7EDAD0F7-2A6F-475E-804C-1C647E8F49DB}"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p>
            <a:fld id="{07F1C32C-2268-4975-8967-F603A36B2446}"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p>
            <a:fld id="{A8B6E6FC-E389-49A0-ADC0-7F7BD07C0F7D}"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p>
            <a:fld id="{C150A385-D602-43EF-9B6B-8F72DC88AF99}"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p>
            <a:fld id="{2D72299E-DAEA-4709-AA31-5968358E36F4}"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0" name="Google Shape;10;p2"/>
          <p:cNvGrpSpPr/>
          <p:nvPr/>
        </p:nvGrpSpPr>
        <p:grpSpPr>
          <a:xfrm>
            <a:off x="6098760" y="0"/>
            <a:ext cx="3045240" cy="2030400"/>
            <a:chOff x="6098760" y="0"/>
            <a:chExt cx="3045240" cy="2030400"/>
          </a:xfrm>
        </p:grpSpPr>
        <p:sp>
          <p:nvSpPr>
            <p:cNvPr id="1" name="Google Shape;11;p2"/>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 name="Google Shape;12;p2"/>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 name="Google Shape;13;p2"/>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4" name="Google Shape;14;p2"/>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 name="Google Shape;15;p2"/>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6" name="PlaceHolder 1"/>
          <p:cNvSpPr>
            <a:spLocks noGrp="1"/>
          </p:cNvSpPr>
          <p:nvPr>
            <p:ph type="title"/>
          </p:nvPr>
        </p:nvSpPr>
        <p:spPr>
          <a:xfrm>
            <a:off x="597960" y="1775160"/>
            <a:ext cx="8221680" cy="83844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7" name="PlaceHolder 2"/>
          <p:cNvSpPr>
            <a:spLocks noGrp="1"/>
          </p:cNvSpPr>
          <p:nvPr>
            <p:ph type="sldNum" idx="1"/>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57561921-50E5-4112-9589-03B631D33E0B}" type="slidenum">
              <a:rPr b="0" lang="en" sz="1000" spc="-1" strike="noStrike">
                <a:solidFill>
                  <a:schemeClr val="lt1"/>
                </a:solidFill>
                <a:latin typeface="Times New Roman"/>
                <a:ea typeface="Times New Roman"/>
              </a:rPr>
              <a:t>&lt;number&gt;</a:t>
            </a:fld>
            <a:endParaRPr b="0" lang="en-US" sz="1000" spc="-1" strike="noStrike">
              <a:solidFill>
                <a:srgbClr val="ffffff"/>
              </a:solidFill>
              <a:latin typeface="Times New Roman"/>
            </a:endParaRPr>
          </a:p>
        </p:txBody>
      </p:sp>
      <p:sp>
        <p:nvSpPr>
          <p:cNvPr id="8"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1400" spc="-1" strike="noStrike">
                <a:solidFill>
                  <a:srgbClr val="000000"/>
                </a:solidFill>
                <a:latin typeface="Arial"/>
              </a:rPr>
              <a:t>Click to edit the outline text </a:t>
            </a:r>
            <a:r>
              <a:rPr b="0" lang="en-US" sz="1400" spc="-1" strike="noStrike">
                <a:solidFill>
                  <a:srgbClr val="000000"/>
                </a:solidFill>
                <a:latin typeface="Arial"/>
              </a:rPr>
              <a:t>format</a:t>
            </a:r>
            <a:endParaRPr b="0" lang="en-US" sz="14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400" spc="-1" strike="noStrike">
                <a:solidFill>
                  <a:srgbClr val="000000"/>
                </a:solidFill>
                <a:latin typeface="Arial"/>
              </a:rPr>
              <a:t>Fourth </a:t>
            </a:r>
            <a:r>
              <a:rPr b="0" lang="en-US" sz="1400" spc="-1" strike="noStrike">
                <a:solidFill>
                  <a:srgbClr val="000000"/>
                </a:solidFill>
                <a:latin typeface="Arial"/>
              </a:rPr>
              <a:t>Outline Level</a:t>
            </a:r>
            <a:endParaRPr b="0" lang="en-US" sz="14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2000" spc="-1" strike="noStrike">
                <a:solidFill>
                  <a:srgbClr val="000000"/>
                </a:solidFill>
                <a:latin typeface="Arial"/>
              </a:rPr>
              <a:t>Fifth </a:t>
            </a:r>
            <a:r>
              <a:rPr b="0" lang="en-US" sz="2000" spc="-1" strike="noStrike">
                <a:solidFill>
                  <a:srgbClr val="000000"/>
                </a:solidFill>
                <a:latin typeface="Arial"/>
              </a:rPr>
              <a:t>Outlin</a:t>
            </a:r>
            <a:r>
              <a:rPr b="0" lang="en-US" sz="2000" spc="-1" strike="noStrike">
                <a:solidFill>
                  <a:srgbClr val="000000"/>
                </a:solidFill>
                <a:latin typeface="Arial"/>
              </a:rPr>
              <a:t>e </a:t>
            </a:r>
            <a:r>
              <a:rPr b="0" lang="en-US" sz="2000" spc="-1" strike="noStrike">
                <a:solidFill>
                  <a:srgbClr val="000000"/>
                </a:solidFill>
                <a:latin typeface="Arial"/>
              </a:rPr>
              <a:t>Level</a:t>
            </a:r>
            <a:endParaRPr b="0" lang="en-US" sz="20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2000" spc="-1" strike="noStrike">
                <a:solidFill>
                  <a:srgbClr val="000000"/>
                </a:solidFill>
                <a:latin typeface="Arial"/>
              </a:rPr>
              <a:t>Si</a:t>
            </a:r>
            <a:r>
              <a:rPr b="0" lang="en-US" sz="2000" spc="-1" strike="noStrike">
                <a:solidFill>
                  <a:srgbClr val="000000"/>
                </a:solidFill>
                <a:latin typeface="Arial"/>
              </a:rPr>
              <a:t>xt</a:t>
            </a:r>
            <a:r>
              <a:rPr b="0" lang="en-US" sz="2000" spc="-1" strike="noStrike">
                <a:solidFill>
                  <a:srgbClr val="000000"/>
                </a:solidFill>
                <a:latin typeface="Arial"/>
              </a:rPr>
              <a:t>h </a:t>
            </a:r>
            <a:r>
              <a:rPr b="0" lang="en-US" sz="2000" spc="-1" strike="noStrike">
                <a:solidFill>
                  <a:srgbClr val="000000"/>
                </a:solidFill>
                <a:latin typeface="Arial"/>
              </a:rPr>
              <a:t>O</a:t>
            </a:r>
            <a:r>
              <a:rPr b="0" lang="en-US" sz="2000" spc="-1" strike="noStrike">
                <a:solidFill>
                  <a:srgbClr val="000000"/>
                </a:solidFill>
                <a:latin typeface="Arial"/>
              </a:rPr>
              <a:t>ut</a:t>
            </a:r>
            <a:r>
              <a:rPr b="0" lang="en-US" sz="2000" spc="-1" strike="noStrike">
                <a:solidFill>
                  <a:srgbClr val="000000"/>
                </a:solidFill>
                <a:latin typeface="Arial"/>
              </a:rPr>
              <a:t>lin</a:t>
            </a:r>
            <a:r>
              <a:rPr b="0" lang="en-US" sz="2000" spc="-1" strike="noStrike">
                <a:solidFill>
                  <a:srgbClr val="000000"/>
                </a:solidFill>
                <a:latin typeface="Arial"/>
              </a:rPr>
              <a:t>e </a:t>
            </a:r>
            <a:r>
              <a:rPr b="0" lang="en-US" sz="2000" spc="-1" strike="noStrike">
                <a:solidFill>
                  <a:srgbClr val="000000"/>
                </a:solidFill>
                <a:latin typeface="Arial"/>
              </a:rPr>
              <a:t>L</a:t>
            </a:r>
            <a:r>
              <a:rPr b="0" lang="en-US" sz="2000" spc="-1" strike="noStrike">
                <a:solidFill>
                  <a:srgbClr val="000000"/>
                </a:solidFill>
                <a:latin typeface="Arial"/>
              </a:rPr>
              <a:t>e</a:t>
            </a:r>
            <a:r>
              <a:rPr b="0" lang="en-US" sz="2000" spc="-1" strike="noStrike">
                <a:solidFill>
                  <a:srgbClr val="000000"/>
                </a:solidFill>
                <a:latin typeface="Arial"/>
              </a:rPr>
              <a:t>v</a:t>
            </a:r>
            <a:r>
              <a:rPr b="0" lang="en-US" sz="2000" spc="-1" strike="noStrike">
                <a:solidFill>
                  <a:srgbClr val="000000"/>
                </a:solidFill>
                <a:latin typeface="Arial"/>
              </a:rPr>
              <a:t>el</a:t>
            </a:r>
            <a:endParaRPr b="0" lang="en-US" sz="20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2000" spc="-1" strike="noStrike">
                <a:solidFill>
                  <a:srgbClr val="000000"/>
                </a:solidFill>
                <a:latin typeface="Arial"/>
              </a:rPr>
              <a:t>S</a:t>
            </a:r>
            <a:r>
              <a:rPr b="0" lang="en-US" sz="2000" spc="-1" strike="noStrike">
                <a:solidFill>
                  <a:srgbClr val="000000"/>
                </a:solidFill>
                <a:latin typeface="Arial"/>
              </a:rPr>
              <a:t>e</a:t>
            </a:r>
            <a:r>
              <a:rPr b="0" lang="en-US" sz="2000" spc="-1" strike="noStrike">
                <a:solidFill>
                  <a:srgbClr val="000000"/>
                </a:solidFill>
                <a:latin typeface="Arial"/>
              </a:rPr>
              <a:t>v</a:t>
            </a:r>
            <a:r>
              <a:rPr b="0" lang="en-US" sz="2000" spc="-1" strike="noStrike">
                <a:solidFill>
                  <a:srgbClr val="000000"/>
                </a:solidFill>
                <a:latin typeface="Arial"/>
              </a:rPr>
              <a:t>e</a:t>
            </a:r>
            <a:r>
              <a:rPr b="0" lang="en-US" sz="2000" spc="-1" strike="noStrike">
                <a:solidFill>
                  <a:srgbClr val="000000"/>
                </a:solidFill>
                <a:latin typeface="Arial"/>
              </a:rPr>
              <a:t>n</a:t>
            </a:r>
            <a:r>
              <a:rPr b="0" lang="en-US" sz="2000" spc="-1" strike="noStrike">
                <a:solidFill>
                  <a:srgbClr val="000000"/>
                </a:solidFill>
                <a:latin typeface="Arial"/>
              </a:rPr>
              <a:t>t</a:t>
            </a:r>
            <a:r>
              <a:rPr b="0" lang="en-US" sz="2000" spc="-1" strike="noStrike">
                <a:solidFill>
                  <a:srgbClr val="000000"/>
                </a:solidFill>
                <a:latin typeface="Arial"/>
              </a:rPr>
              <a:t>h</a:t>
            </a:r>
            <a:r>
              <a:rPr b="0" lang="en-US" sz="2000" spc="-1" strike="noStrike">
                <a:solidFill>
                  <a:srgbClr val="000000"/>
                </a:solidFill>
                <a:latin typeface="Arial"/>
              </a:rPr>
              <a:t> </a:t>
            </a:r>
            <a:r>
              <a:rPr b="0" lang="en-US" sz="2000" spc="-1" strike="noStrike">
                <a:solidFill>
                  <a:srgbClr val="000000"/>
                </a:solidFill>
                <a:latin typeface="Arial"/>
              </a:rPr>
              <a:t>O</a:t>
            </a:r>
            <a:r>
              <a:rPr b="0" lang="en-US" sz="2000" spc="-1" strike="noStrike">
                <a:solidFill>
                  <a:srgbClr val="000000"/>
                </a:solidFill>
                <a:latin typeface="Arial"/>
              </a:rPr>
              <a:t>u</a:t>
            </a:r>
            <a:r>
              <a:rPr b="0" lang="en-US" sz="2000" spc="-1" strike="noStrike">
                <a:solidFill>
                  <a:srgbClr val="000000"/>
                </a:solidFill>
                <a:latin typeface="Arial"/>
              </a:rPr>
              <a:t>t</a:t>
            </a:r>
            <a:r>
              <a:rPr b="0" lang="en-US" sz="2000" spc="-1" strike="noStrike">
                <a:solidFill>
                  <a:srgbClr val="000000"/>
                </a:solidFill>
                <a:latin typeface="Arial"/>
              </a:rPr>
              <a:t>l</a:t>
            </a:r>
            <a:r>
              <a:rPr b="0" lang="en-US" sz="2000" spc="-1" strike="noStrike">
                <a:solidFill>
                  <a:srgbClr val="000000"/>
                </a:solidFill>
                <a:latin typeface="Arial"/>
              </a:rPr>
              <a:t>i</a:t>
            </a:r>
            <a:r>
              <a:rPr b="0" lang="en-US" sz="2000" spc="-1" strike="noStrike">
                <a:solidFill>
                  <a:srgbClr val="000000"/>
                </a:solidFill>
                <a:latin typeface="Arial"/>
              </a:rPr>
              <a:t>n</a:t>
            </a:r>
            <a:r>
              <a:rPr b="0" lang="en-US" sz="2000" spc="-1" strike="noStrike">
                <a:solidFill>
                  <a:srgbClr val="000000"/>
                </a:solidFill>
                <a:latin typeface="Arial"/>
              </a:rPr>
              <a:t>e</a:t>
            </a:r>
            <a:r>
              <a:rPr b="0" lang="en-US" sz="2000" spc="-1" strike="noStrike">
                <a:solidFill>
                  <a:srgbClr val="000000"/>
                </a:solidFill>
                <a:latin typeface="Arial"/>
              </a:rPr>
              <a:t> </a:t>
            </a:r>
            <a:r>
              <a:rPr b="0" lang="en-US" sz="2000" spc="-1" strike="noStrike">
                <a:solidFill>
                  <a:srgbClr val="000000"/>
                </a:solidFill>
                <a:latin typeface="Arial"/>
              </a:rPr>
              <a:t>L</a:t>
            </a:r>
            <a:r>
              <a:rPr b="0" lang="en-US" sz="2000" spc="-1" strike="noStrike">
                <a:solidFill>
                  <a:srgbClr val="000000"/>
                </a:solidFill>
                <a:latin typeface="Arial"/>
              </a:rPr>
              <a:t>e</a:t>
            </a:r>
            <a:r>
              <a:rPr b="0" lang="en-US" sz="2000" spc="-1" strike="noStrike">
                <a:solidFill>
                  <a:srgbClr val="000000"/>
                </a:solidFill>
                <a:latin typeface="Arial"/>
              </a:rPr>
              <a:t>v</a:t>
            </a:r>
            <a:r>
              <a:rPr b="0" lang="en-US" sz="2000" spc="-1" strike="noStrike">
                <a:solidFill>
                  <a:srgbClr val="000000"/>
                </a:solidFill>
                <a:latin typeface="Arial"/>
              </a:rPr>
              <a:t>e</a:t>
            </a:r>
            <a:r>
              <a:rPr b="0" lang="en-US" sz="2000" spc="-1" strike="noStrike">
                <a:solidFill>
                  <a:srgbClr val="000000"/>
                </a:solidFill>
                <a:latin typeface="Arial"/>
              </a:rPr>
              <a:t>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11" name="Google Shape;70;p11"/>
          <p:cNvGrpSpPr/>
          <p:nvPr/>
        </p:nvGrpSpPr>
        <p:grpSpPr>
          <a:xfrm>
            <a:off x="6098760" y="0"/>
            <a:ext cx="3045240" cy="2030400"/>
            <a:chOff x="6098760" y="0"/>
            <a:chExt cx="3045240" cy="2030400"/>
          </a:xfrm>
        </p:grpSpPr>
        <p:sp>
          <p:nvSpPr>
            <p:cNvPr id="12" name="Google Shape;71;p11"/>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3" name="Google Shape;72;p11"/>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4" name="Google Shape;73;p11"/>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5" name="Google Shape;74;p11"/>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16" name="Google Shape;75;p11"/>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17" name="PlaceHolder 1"/>
          <p:cNvSpPr>
            <a:spLocks noGrp="1"/>
          </p:cNvSpPr>
          <p:nvPr>
            <p:ph type="title"/>
          </p:nvPr>
        </p:nvSpPr>
        <p:spPr>
          <a:xfrm>
            <a:off x="311760" y="1256040"/>
            <a:ext cx="8520120" cy="2030400"/>
          </a:xfrm>
          <a:prstGeom prst="rect">
            <a:avLst/>
          </a:prstGeom>
          <a:noFill/>
          <a:ln w="0">
            <a:noFill/>
          </a:ln>
        </p:spPr>
        <p:txBody>
          <a:bodyPr lIns="91440" rIns="91440" tIns="91440" bIns="91440" anchor="b">
            <a:normAutofit/>
          </a:bodyPr>
          <a:p>
            <a:pPr indent="0" algn="ctr">
              <a:lnSpc>
                <a:spcPct val="100000"/>
              </a:lnSpc>
              <a:buNone/>
            </a:pPr>
            <a:r>
              <a:rPr b="0" lang="en-US" sz="12000" spc="-1" strike="noStrike">
                <a:solidFill>
                  <a:schemeClr val="lt1"/>
                </a:solidFill>
                <a:latin typeface="Times New Roman"/>
                <a:ea typeface="Times New Roman"/>
              </a:rPr>
              <a:t>xx%</a:t>
            </a:r>
            <a:endParaRPr b="0" lang="en-US" sz="12000" spc="-1" strike="noStrike">
              <a:solidFill>
                <a:srgbClr val="000000"/>
              </a:solidFill>
              <a:latin typeface="Arial"/>
            </a:endParaRPr>
          </a:p>
        </p:txBody>
      </p:sp>
      <p:sp>
        <p:nvSpPr>
          <p:cNvPr id="18" name="PlaceHolder 2"/>
          <p:cNvSpPr>
            <a:spLocks noGrp="1"/>
          </p:cNvSpPr>
          <p:nvPr>
            <p:ph type="body"/>
          </p:nvPr>
        </p:nvSpPr>
        <p:spPr>
          <a:xfrm>
            <a:off x="311760" y="3369240"/>
            <a:ext cx="8520120" cy="1281600"/>
          </a:xfrm>
          <a:prstGeom prst="rect">
            <a:avLst/>
          </a:prstGeom>
          <a:noFill/>
          <a:ln w="0">
            <a:noFill/>
          </a:ln>
        </p:spPr>
        <p:txBody>
          <a:bodyPr lIns="91440" rIns="91440" tIns="91440" bIns="91440" anchor="t">
            <a:normAutofit fontScale="50000" lnSpcReduction="20000"/>
          </a:bodyPr>
          <a:p>
            <a:pPr marL="432000" indent="-324000">
              <a:spcBef>
                <a:spcPts val="1417"/>
              </a:spcBef>
              <a:buClr>
                <a:srgbClr val="ffffff"/>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ffffff"/>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ffffff"/>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ffffff"/>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ffffff"/>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ffffff"/>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ffffff"/>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19" name="PlaceHolder 3"/>
          <p:cNvSpPr>
            <a:spLocks noGrp="1"/>
          </p:cNvSpPr>
          <p:nvPr>
            <p:ph type="sldNum" idx="2"/>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0AC96DDF-3C61-4F8D-8F29-1F142DC9FECA}" type="slidenum">
              <a:rPr b="0" lang="en" sz="1000" spc="-1" strike="noStrike">
                <a:solidFill>
                  <a:schemeClr val="lt1"/>
                </a:solidFill>
                <a:latin typeface="Times New Roman"/>
                <a:ea typeface="Times New Roman"/>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sldNum" idx="3"/>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Times New Roman"/>
                <a:ea typeface="Times New Roman"/>
              </a:defRPr>
            </a:lvl1pPr>
          </a:lstStyle>
          <a:p>
            <a:pPr indent="0" algn="r">
              <a:lnSpc>
                <a:spcPct val="100000"/>
              </a:lnSpc>
              <a:buNone/>
              <a:tabLst>
                <a:tab algn="l" pos="0"/>
              </a:tabLst>
            </a:pPr>
            <a:fld id="{A1901FAA-94B6-44F2-86CE-707BC35C6111}" type="slidenum">
              <a:rPr b="0" lang="en" sz="1000" spc="-1" strike="noStrike">
                <a:solidFill>
                  <a:schemeClr val="dk2"/>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21" name="Google Shape;20;p3"/>
          <p:cNvGrpSpPr/>
          <p:nvPr/>
        </p:nvGrpSpPr>
        <p:grpSpPr>
          <a:xfrm>
            <a:off x="6098760" y="0"/>
            <a:ext cx="3045240" cy="2030400"/>
            <a:chOff x="6098760" y="0"/>
            <a:chExt cx="3045240" cy="2030400"/>
          </a:xfrm>
        </p:grpSpPr>
        <p:sp>
          <p:nvSpPr>
            <p:cNvPr id="22" name="Google Shape;21;p3"/>
            <p:cNvSpPr/>
            <p:nvPr/>
          </p:nvSpPr>
          <p:spPr>
            <a:xfrm>
              <a:off x="8128800" y="0"/>
              <a:ext cx="1014840" cy="1014840"/>
            </a:xfrm>
            <a:prstGeom prst="rect">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3" name="Google Shape;22;p3"/>
            <p:cNvSpPr/>
            <p:nvPr/>
          </p:nvSpPr>
          <p:spPr>
            <a:xfrm flipH="1">
              <a:off x="7112880" y="0"/>
              <a:ext cx="1014840" cy="1014840"/>
            </a:xfrm>
            <a:prstGeom prst="rtTriangle">
              <a:avLst/>
            </a:prstGeom>
            <a:solidFill>
              <a:schemeClr val="accen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4" name="Google Shape;23;p3"/>
            <p:cNvSpPr/>
            <p:nvPr/>
          </p:nvSpPr>
          <p:spPr>
            <a:xfrm flipH="1" rot="10800000">
              <a:off x="7113240" y="3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5" name="Google Shape;24;p3"/>
            <p:cNvSpPr/>
            <p:nvPr/>
          </p:nvSpPr>
          <p:spPr>
            <a:xfrm rot="10800000">
              <a:off x="6098760" y="360"/>
              <a:ext cx="1014840" cy="1014840"/>
            </a:xfrm>
            <a:prstGeom prst="rtTriangle">
              <a:avLst/>
            </a:prstGeom>
            <a:solidFill>
              <a:schemeClr val="accen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26" name="Google Shape;25;p3"/>
            <p:cNvSpPr/>
            <p:nvPr/>
          </p:nvSpPr>
          <p:spPr>
            <a:xfrm rot="10800000">
              <a:off x="8129160" y="1015560"/>
              <a:ext cx="1014840" cy="1014840"/>
            </a:xfrm>
            <a:prstGeom prst="rtTriangle">
              <a:avLst/>
            </a:prstGeom>
            <a:solidFill>
              <a:schemeClr val="accent6"/>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27" name="PlaceHolder 1"/>
          <p:cNvSpPr>
            <a:spLocks noGrp="1"/>
          </p:cNvSpPr>
          <p:nvPr>
            <p:ph type="title"/>
          </p:nvPr>
        </p:nvSpPr>
        <p:spPr>
          <a:xfrm>
            <a:off x="597960" y="2152440"/>
            <a:ext cx="8221680" cy="838440"/>
          </a:xfrm>
          <a:prstGeom prst="rect">
            <a:avLst/>
          </a:prstGeom>
          <a:noFill/>
          <a:ln w="0">
            <a:noFill/>
          </a:ln>
        </p:spPr>
        <p:txBody>
          <a:bodyPr lIns="91440" rIns="91440" tIns="91440" bIns="91440" anchor="ctr">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28" name="PlaceHolder 2"/>
          <p:cNvSpPr>
            <a:spLocks noGrp="1"/>
          </p:cNvSpPr>
          <p:nvPr>
            <p:ph type="sldNum" idx="4"/>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105834A9-16C8-4336-AF63-445B1E74D118}" type="slidenum">
              <a:rPr b="0" lang="en" sz="1000" spc="-1" strike="noStrike">
                <a:solidFill>
                  <a:schemeClr val="lt1"/>
                </a:solidFill>
                <a:latin typeface="Times New Roman"/>
                <a:ea typeface="Times New Roman"/>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29" name="Google Shape;29;p4"/>
          <p:cNvGrpSpPr/>
          <p:nvPr/>
        </p:nvGrpSpPr>
        <p:grpSpPr>
          <a:xfrm>
            <a:off x="0" y="3903840"/>
            <a:ext cx="9144000" cy="1239480"/>
            <a:chOff x="0" y="3903840"/>
            <a:chExt cx="9144000" cy="1239480"/>
          </a:xfrm>
        </p:grpSpPr>
        <p:sp>
          <p:nvSpPr>
            <p:cNvPr id="30" name="Google Shape;30;p4"/>
            <p:cNvSpPr/>
            <p:nvPr/>
          </p:nvSpPr>
          <p:spPr>
            <a:xfrm>
              <a:off x="8154720" y="3903840"/>
              <a:ext cx="988920" cy="98748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1" name="Google Shape;31;p4"/>
            <p:cNvSpPr/>
            <p:nvPr/>
          </p:nvSpPr>
          <p:spPr>
            <a:xfrm flipH="1">
              <a:off x="6180480" y="3903840"/>
              <a:ext cx="988920" cy="98748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2" name="Google Shape;32;p4"/>
            <p:cNvSpPr/>
            <p:nvPr/>
          </p:nvSpPr>
          <p:spPr>
            <a:xfrm>
              <a:off x="7170120" y="3903840"/>
              <a:ext cx="988920" cy="987480"/>
            </a:xfrm>
            <a:prstGeom prst="rect">
              <a:avLst/>
            </a:prstGeom>
            <a:solidFill>
              <a:schemeClr val="accent4"/>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3" name="Google Shape;33;p4"/>
            <p:cNvSpPr/>
            <p:nvPr/>
          </p:nvSpPr>
          <p:spPr>
            <a:xfrm rot="10800000">
              <a:off x="8155080" y="3904200"/>
              <a:ext cx="988920" cy="987480"/>
            </a:xfrm>
            <a:prstGeom prst="rtTriangle">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34" name="Google Shape;34;p4"/>
            <p:cNvSpPr/>
            <p:nvPr/>
          </p:nvSpPr>
          <p:spPr>
            <a:xfrm>
              <a:off x="0" y="4891680"/>
              <a:ext cx="9143640" cy="25164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35"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36" name="PlaceHolder 2"/>
          <p:cNvSpPr>
            <a:spLocks noGrp="1"/>
          </p:cNvSpPr>
          <p:nvPr>
            <p:ph type="body"/>
          </p:nvPr>
        </p:nvSpPr>
        <p:spPr>
          <a:xfrm>
            <a:off x="311760" y="1229760"/>
            <a:ext cx="852012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2100" spc="-1" strike="noStrike">
                <a:solidFill>
                  <a:srgbClr val="000000"/>
                </a:solidFill>
                <a:latin typeface="Arial"/>
              </a:rPr>
              <a:t>Click to edit the outline text format</a:t>
            </a:r>
            <a:endParaRPr b="0" lang="en-US" sz="21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100" spc="-1" strike="noStrike">
                <a:solidFill>
                  <a:srgbClr val="000000"/>
                </a:solidFill>
                <a:latin typeface="Arial"/>
              </a:rPr>
              <a:t>Second Outline Level</a:t>
            </a:r>
            <a:endParaRPr b="0" lang="en-US" sz="21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100" spc="-1" strike="noStrike">
                <a:solidFill>
                  <a:srgbClr val="000000"/>
                </a:solidFill>
                <a:latin typeface="Arial"/>
              </a:rPr>
              <a:t>Third Outline Level</a:t>
            </a:r>
            <a:endParaRPr b="0" lang="en-US" sz="21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100" spc="-1" strike="noStrike">
                <a:solidFill>
                  <a:srgbClr val="000000"/>
                </a:solidFill>
                <a:latin typeface="Arial"/>
              </a:rPr>
              <a:t>Fourth Outline Level</a:t>
            </a:r>
            <a:endParaRPr b="0" lang="en-US" sz="21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100" spc="-1" strike="noStrike">
                <a:solidFill>
                  <a:srgbClr val="000000"/>
                </a:solidFill>
                <a:latin typeface="Arial"/>
              </a:rPr>
              <a:t>Fifth Outline Level</a:t>
            </a:r>
            <a:endParaRPr b="0" lang="en-US" sz="21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100" spc="-1" strike="noStrike">
                <a:solidFill>
                  <a:srgbClr val="000000"/>
                </a:solidFill>
                <a:latin typeface="Arial"/>
              </a:rPr>
              <a:t>Sixth Outline Level</a:t>
            </a:r>
            <a:endParaRPr b="0" lang="en-US" sz="21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100" spc="-1" strike="noStrike">
                <a:solidFill>
                  <a:srgbClr val="000000"/>
                </a:solidFill>
                <a:latin typeface="Arial"/>
              </a:rPr>
              <a:t>Seventh Outline Level</a:t>
            </a:r>
            <a:endParaRPr b="0" lang="en-US" sz="2100" spc="-1" strike="noStrike">
              <a:solidFill>
                <a:srgbClr val="000000"/>
              </a:solidFill>
              <a:latin typeface="Arial"/>
            </a:endParaRPr>
          </a:p>
        </p:txBody>
      </p:sp>
      <p:sp>
        <p:nvSpPr>
          <p:cNvPr id="37" name="PlaceHolder 3"/>
          <p:cNvSpPr>
            <a:spLocks noGrp="1"/>
          </p:cNvSpPr>
          <p:nvPr>
            <p:ph type="sldNum" idx="5"/>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4DBF47FB-0C45-4792-99B3-128D5C6B63B3}" type="slidenum">
              <a:rPr b="0" lang="en" sz="1000" spc="-1" strike="noStrike">
                <a:solidFill>
                  <a:schemeClr val="lt1"/>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41" name="PlaceHolder 2"/>
          <p:cNvSpPr>
            <a:spLocks noGrp="1"/>
          </p:cNvSpPr>
          <p:nvPr>
            <p:ph type="body"/>
          </p:nvPr>
        </p:nvSpPr>
        <p:spPr>
          <a:xfrm>
            <a:off x="311760" y="1230120"/>
            <a:ext cx="399960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2" name="PlaceHolder 3"/>
          <p:cNvSpPr>
            <a:spLocks noGrp="1"/>
          </p:cNvSpPr>
          <p:nvPr>
            <p:ph type="body"/>
          </p:nvPr>
        </p:nvSpPr>
        <p:spPr>
          <a:xfrm>
            <a:off x="4832280" y="1230120"/>
            <a:ext cx="3999600" cy="3338640"/>
          </a:xfrm>
          <a:prstGeom prst="rect">
            <a:avLst/>
          </a:prstGeom>
          <a:noFill/>
          <a:ln w="0">
            <a:noFill/>
          </a:ln>
        </p:spPr>
        <p:txBody>
          <a:bodyPr lIns="91440" rIns="91440" tIns="91440" bIns="9144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400" spc="-1" strike="noStrike">
                <a:solidFill>
                  <a:srgbClr val="000000"/>
                </a:solidFill>
                <a:latin typeface="Arial"/>
              </a:rPr>
              <a:t>Fifth Outline Level</a:t>
            </a:r>
            <a:endParaRPr b="0" lang="en-US" sz="14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400" spc="-1" strike="noStrike">
                <a:solidFill>
                  <a:srgbClr val="000000"/>
                </a:solidFill>
                <a:latin typeface="Arial"/>
              </a:rPr>
              <a:t>Sixth Outline Level</a:t>
            </a:r>
            <a:endParaRPr b="0" lang="en-US" sz="14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400" spc="-1" strike="noStrike">
                <a:solidFill>
                  <a:srgbClr val="000000"/>
                </a:solidFill>
                <a:latin typeface="Arial"/>
              </a:rPr>
              <a:t>Seventh Outline Level</a:t>
            </a:r>
            <a:endParaRPr b="0" lang="en-US" sz="1400" spc="-1" strike="noStrike">
              <a:solidFill>
                <a:srgbClr val="000000"/>
              </a:solidFill>
              <a:latin typeface="Arial"/>
            </a:endParaRPr>
          </a:p>
        </p:txBody>
      </p:sp>
      <p:sp>
        <p:nvSpPr>
          <p:cNvPr id="43" name="PlaceHolder 4"/>
          <p:cNvSpPr>
            <a:spLocks noGrp="1"/>
          </p:cNvSpPr>
          <p:nvPr>
            <p:ph type="sldNum" idx="6"/>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Times New Roman"/>
                <a:ea typeface="Times New Roman"/>
              </a:defRPr>
            </a:lvl1pPr>
          </a:lstStyle>
          <a:p>
            <a:pPr indent="0" algn="r">
              <a:lnSpc>
                <a:spcPct val="100000"/>
              </a:lnSpc>
              <a:buNone/>
              <a:tabLst>
                <a:tab algn="l" pos="0"/>
              </a:tabLst>
            </a:pPr>
            <a:fld id="{F50B9CAA-520D-4123-BD86-1FD82CA21D27}" type="slidenum">
              <a:rPr b="0" lang="en" sz="1000" spc="-1" strike="noStrike">
                <a:solidFill>
                  <a:schemeClr val="dk2"/>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r>
              <a:rPr b="0" lang="en-US" sz="3000" spc="-1" strike="noStrike">
                <a:solidFill>
                  <a:srgbClr val="000000"/>
                </a:solidFill>
                <a:latin typeface="Arial"/>
              </a:rPr>
              <a:t>Click to edit the title text format</a:t>
            </a:r>
            <a:endParaRPr b="0" lang="en-US" sz="3000" spc="-1" strike="noStrike">
              <a:solidFill>
                <a:srgbClr val="000000"/>
              </a:solidFill>
              <a:latin typeface="Arial"/>
            </a:endParaRPr>
          </a:p>
        </p:txBody>
      </p:sp>
      <p:sp>
        <p:nvSpPr>
          <p:cNvPr id="48" name="PlaceHolder 2"/>
          <p:cNvSpPr>
            <a:spLocks noGrp="1"/>
          </p:cNvSpPr>
          <p:nvPr>
            <p:ph type="sldNum" idx="7"/>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Times New Roman"/>
                <a:ea typeface="Times New Roman"/>
              </a:defRPr>
            </a:lvl1pPr>
          </a:lstStyle>
          <a:p>
            <a:pPr indent="0" algn="r">
              <a:lnSpc>
                <a:spcPct val="100000"/>
              </a:lnSpc>
              <a:buNone/>
              <a:tabLst>
                <a:tab algn="l" pos="0"/>
              </a:tabLst>
            </a:pPr>
            <a:fld id="{BD0D66B2-C8FF-4245-BC1D-EC619336FA13}" type="slidenum">
              <a:rPr b="0" lang="en" sz="1000" spc="-1" strike="noStrike">
                <a:solidFill>
                  <a:schemeClr val="dk2"/>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311760" y="555480"/>
            <a:ext cx="2807640" cy="755280"/>
          </a:xfrm>
          <a:prstGeom prst="rect">
            <a:avLst/>
          </a:prstGeom>
          <a:noFill/>
          <a:ln w="0">
            <a:noFill/>
          </a:ln>
        </p:spPr>
        <p:txBody>
          <a:bodyPr lIns="91440" rIns="91440" tIns="91440" bIns="91440" anchor="b">
            <a:normAutofit fontScale="81218"/>
          </a:bodyPr>
          <a:p>
            <a:pPr indent="0">
              <a:buNone/>
            </a:pPr>
            <a:r>
              <a:rPr b="0" lang="en-US" sz="2400" spc="-1" strike="noStrike">
                <a:solidFill>
                  <a:srgbClr val="000000"/>
                </a:solidFill>
                <a:latin typeface="Arial"/>
              </a:rPr>
              <a:t>Click to edit the title text format</a:t>
            </a:r>
            <a:endParaRPr b="0" lang="en-US" sz="2400" spc="-1" strike="noStrike">
              <a:solidFill>
                <a:srgbClr val="000000"/>
              </a:solidFill>
              <a:latin typeface="Arial"/>
            </a:endParaRPr>
          </a:p>
        </p:txBody>
      </p:sp>
      <p:sp>
        <p:nvSpPr>
          <p:cNvPr id="51" name="PlaceHolder 2"/>
          <p:cNvSpPr>
            <a:spLocks noGrp="1"/>
          </p:cNvSpPr>
          <p:nvPr>
            <p:ph type="body"/>
          </p:nvPr>
        </p:nvSpPr>
        <p:spPr>
          <a:xfrm>
            <a:off x="311760" y="1465920"/>
            <a:ext cx="2807640" cy="3102840"/>
          </a:xfrm>
          <a:prstGeom prst="rect">
            <a:avLst/>
          </a:prstGeom>
          <a:noFill/>
          <a:ln w="0">
            <a:noFill/>
          </a:ln>
        </p:spPr>
        <p:txBody>
          <a:bodyPr lIns="91440" rIns="91440" tIns="91440" bIns="91440" anchor="t">
            <a:normAutofit fontScale="35861" lnSpcReduction="10000"/>
          </a:bodyPr>
          <a:p>
            <a:pPr marL="432000" indent="-324000">
              <a:spcBef>
                <a:spcPts val="1417"/>
              </a:spcBef>
              <a:buClr>
                <a:srgbClr val="000000"/>
              </a:buClr>
              <a:buSzPct val="45000"/>
              <a:buFont typeface="Wingdings" charset="2"/>
              <a:buChar char=""/>
            </a:pPr>
            <a:r>
              <a:rPr b="0" lang="en-US" sz="1200" spc="-1" strike="noStrike">
                <a:solidFill>
                  <a:srgbClr val="000000"/>
                </a:solidFill>
                <a:latin typeface="Arial"/>
              </a:rPr>
              <a:t>Click to edit the outline text format</a:t>
            </a:r>
            <a:endParaRPr b="0" lang="en-US" sz="1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200" spc="-1" strike="noStrike">
                <a:solidFill>
                  <a:srgbClr val="000000"/>
                </a:solidFill>
                <a:latin typeface="Arial"/>
              </a:rPr>
              <a:t>Second Outline Level</a:t>
            </a:r>
            <a:endParaRPr b="0" lang="en-US" sz="12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200" spc="-1" strike="noStrike">
                <a:solidFill>
                  <a:srgbClr val="000000"/>
                </a:solidFill>
                <a:latin typeface="Arial"/>
              </a:rPr>
              <a:t>Third Outline Level</a:t>
            </a:r>
            <a:endParaRPr b="0" lang="en-US" sz="12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200" spc="-1" strike="noStrike">
                <a:solidFill>
                  <a:srgbClr val="000000"/>
                </a:solidFill>
                <a:latin typeface="Arial"/>
              </a:rPr>
              <a:t>Fourth Outline Level</a:t>
            </a:r>
            <a:endParaRPr b="0" lang="en-US" sz="12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200" spc="-1" strike="noStrike">
                <a:solidFill>
                  <a:srgbClr val="000000"/>
                </a:solidFill>
                <a:latin typeface="Arial"/>
              </a:rPr>
              <a:t>Fifth Outline Level</a:t>
            </a:r>
            <a:endParaRPr b="0" lang="en-US" sz="12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200" spc="-1" strike="noStrike">
                <a:solidFill>
                  <a:srgbClr val="000000"/>
                </a:solidFill>
                <a:latin typeface="Arial"/>
              </a:rPr>
              <a:t>Sixth Outline Level</a:t>
            </a:r>
            <a:endParaRPr b="0" lang="en-US" sz="12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200" spc="-1" strike="noStrike">
                <a:solidFill>
                  <a:srgbClr val="000000"/>
                </a:solidFill>
                <a:latin typeface="Arial"/>
              </a:rPr>
              <a:t>Seventh Outline Level</a:t>
            </a:r>
            <a:endParaRPr b="0" lang="en-US" sz="1200" spc="-1" strike="noStrike">
              <a:solidFill>
                <a:srgbClr val="000000"/>
              </a:solidFill>
              <a:latin typeface="Arial"/>
            </a:endParaRPr>
          </a:p>
        </p:txBody>
      </p:sp>
      <p:sp>
        <p:nvSpPr>
          <p:cNvPr id="52" name="PlaceHolder 3"/>
          <p:cNvSpPr>
            <a:spLocks noGrp="1"/>
          </p:cNvSpPr>
          <p:nvPr>
            <p:ph type="sldNum" idx="8"/>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Times New Roman"/>
                <a:ea typeface="Times New Roman"/>
              </a:defRPr>
            </a:lvl1pPr>
          </a:lstStyle>
          <a:p>
            <a:pPr indent="0" algn="r">
              <a:lnSpc>
                <a:spcPct val="100000"/>
              </a:lnSpc>
              <a:buNone/>
              <a:tabLst>
                <a:tab algn="l" pos="0"/>
              </a:tabLst>
            </a:pPr>
            <a:fld id="{AF2A0F46-5A7B-4C05-982A-3A5361FEF4A2}" type="slidenum">
              <a:rPr b="0" lang="en" sz="1000" spc="-1" strike="noStrike">
                <a:solidFill>
                  <a:schemeClr val="dk2"/>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accent4"/>
        </a:solidFill>
      </p:bgPr>
    </p:bg>
    <p:spTree>
      <p:nvGrpSpPr>
        <p:cNvPr id="1" name=""/>
        <p:cNvGrpSpPr/>
        <p:nvPr/>
      </p:nvGrpSpPr>
      <p:grpSpPr>
        <a:xfrm>
          <a:off x="0" y="0"/>
          <a:ext cx="0" cy="0"/>
          <a:chOff x="0" y="0"/>
          <a:chExt cx="0" cy="0"/>
        </a:xfrm>
      </p:grpSpPr>
      <p:grpSp>
        <p:nvGrpSpPr>
          <p:cNvPr id="53" name="Google Shape;51;p8"/>
          <p:cNvGrpSpPr/>
          <p:nvPr/>
        </p:nvGrpSpPr>
        <p:grpSpPr>
          <a:xfrm>
            <a:off x="6098760" y="0"/>
            <a:ext cx="3045240" cy="2030400"/>
            <a:chOff x="6098760" y="0"/>
            <a:chExt cx="3045240" cy="2030400"/>
          </a:xfrm>
        </p:grpSpPr>
        <p:sp>
          <p:nvSpPr>
            <p:cNvPr id="54" name="Google Shape;52;p8"/>
            <p:cNvSpPr/>
            <p:nvPr/>
          </p:nvSpPr>
          <p:spPr>
            <a:xfrm>
              <a:off x="8128800" y="0"/>
              <a:ext cx="1014840" cy="101484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5" name="Google Shape;53;p8"/>
            <p:cNvSpPr/>
            <p:nvPr/>
          </p:nvSpPr>
          <p:spPr>
            <a:xfrm flipH="1">
              <a:off x="7112880" y="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6" name="Google Shape;54;p8"/>
            <p:cNvSpPr/>
            <p:nvPr/>
          </p:nvSpPr>
          <p:spPr>
            <a:xfrm flipH="1" rot="10800000">
              <a:off x="7113240" y="360"/>
              <a:ext cx="1014840" cy="1014840"/>
            </a:xfrm>
            <a:prstGeom prst="rtTriangle">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7" name="Google Shape;55;p8"/>
            <p:cNvSpPr/>
            <p:nvPr/>
          </p:nvSpPr>
          <p:spPr>
            <a:xfrm rot="10800000">
              <a:off x="6098760" y="36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sp>
          <p:nvSpPr>
            <p:cNvPr id="58" name="Google Shape;56;p8"/>
            <p:cNvSpPr/>
            <p:nvPr/>
          </p:nvSpPr>
          <p:spPr>
            <a:xfrm rot="10800000">
              <a:off x="8129160" y="1015560"/>
              <a:ext cx="1014840" cy="1014840"/>
            </a:xfrm>
            <a:prstGeom prst="rtTriangle">
              <a:avLst/>
            </a:prstGeom>
            <a:solidFill>
              <a:schemeClr val="accent5"/>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grpSp>
      <p:sp>
        <p:nvSpPr>
          <p:cNvPr id="59" name="PlaceHolder 1"/>
          <p:cNvSpPr>
            <a:spLocks noGrp="1"/>
          </p:cNvSpPr>
          <p:nvPr>
            <p:ph type="title"/>
          </p:nvPr>
        </p:nvSpPr>
        <p:spPr>
          <a:xfrm>
            <a:off x="490320" y="526320"/>
            <a:ext cx="5618520" cy="4090320"/>
          </a:xfrm>
          <a:prstGeom prst="rect">
            <a:avLst/>
          </a:prstGeom>
          <a:noFill/>
          <a:ln w="0">
            <a:noFill/>
          </a:ln>
        </p:spPr>
        <p:txBody>
          <a:bodyPr lIns="91440" rIns="91440" tIns="91440" bIns="91440" anchor="ctr">
            <a:normAutofit/>
          </a:bodyPr>
          <a:p>
            <a:pPr indent="0">
              <a:buNone/>
            </a:pPr>
            <a:r>
              <a:rPr b="0" lang="en-US" sz="4800" spc="-1" strike="noStrike">
                <a:solidFill>
                  <a:srgbClr val="000000"/>
                </a:solidFill>
                <a:latin typeface="Arial"/>
              </a:rPr>
              <a:t>Click to edit the title text format</a:t>
            </a:r>
            <a:endParaRPr b="0" lang="en-US" sz="4800" spc="-1" strike="noStrike">
              <a:solidFill>
                <a:srgbClr val="000000"/>
              </a:solidFill>
              <a:latin typeface="Arial"/>
            </a:endParaRPr>
          </a:p>
        </p:txBody>
      </p:sp>
      <p:sp>
        <p:nvSpPr>
          <p:cNvPr id="60" name="PlaceHolder 2"/>
          <p:cNvSpPr>
            <a:spLocks noGrp="1"/>
          </p:cNvSpPr>
          <p:nvPr>
            <p:ph type="sldNum" idx="9"/>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AC614965-197E-4D89-8C07-DE40667E90BE}" type="slidenum">
              <a:rPr b="0" lang="en" sz="1000" spc="-1" strike="noStrike">
                <a:solidFill>
                  <a:schemeClr val="lt1"/>
                </a:solidFill>
                <a:latin typeface="Times New Roman"/>
                <a:ea typeface="Times New Roman"/>
              </a:rPr>
              <a:t>&lt;number&gt;</a:t>
            </a:fld>
            <a:endParaRPr b="0" lang="en-US" sz="1000" spc="-1" strike="noStrike">
              <a:solidFill>
                <a:srgbClr val="ffffff"/>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1" name="Google Shape;60;p9"/>
          <p:cNvSpPr/>
          <p:nvPr/>
        </p:nvSpPr>
        <p:spPr>
          <a:xfrm>
            <a:off x="4572000" y="0"/>
            <a:ext cx="4571640" cy="514332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ffffff"/>
              </a:solidFill>
              <a:latin typeface="Arial"/>
            </a:endParaRPr>
          </a:p>
        </p:txBody>
      </p:sp>
      <p:cxnSp>
        <p:nvCxnSpPr>
          <p:cNvPr id="62" name="Google Shape;61;p9"/>
          <p:cNvCxnSpPr/>
          <p:nvPr/>
        </p:nvCxnSpPr>
        <p:spPr>
          <a:xfrm>
            <a:off x="5029560" y="4495320"/>
            <a:ext cx="468720" cy="360"/>
          </a:xfrm>
          <a:prstGeom prst="straightConnector1">
            <a:avLst/>
          </a:prstGeom>
          <a:ln w="19050">
            <a:solidFill>
              <a:srgbClr val="ffffff"/>
            </a:solidFill>
            <a:round/>
          </a:ln>
        </p:spPr>
      </p:cxnSp>
      <p:sp>
        <p:nvSpPr>
          <p:cNvPr id="63" name="PlaceHolder 1"/>
          <p:cNvSpPr>
            <a:spLocks noGrp="1"/>
          </p:cNvSpPr>
          <p:nvPr>
            <p:ph type="title"/>
          </p:nvPr>
        </p:nvSpPr>
        <p:spPr>
          <a:xfrm>
            <a:off x="265680" y="1151280"/>
            <a:ext cx="4044960" cy="1564200"/>
          </a:xfrm>
          <a:prstGeom prst="rect">
            <a:avLst/>
          </a:prstGeom>
          <a:noFill/>
          <a:ln w="0">
            <a:noFill/>
          </a:ln>
        </p:spPr>
        <p:txBody>
          <a:bodyPr lIns="91440" rIns="91440" tIns="91440" bIns="91440" anchor="b">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64" name="PlaceHolder 2"/>
          <p:cNvSpPr>
            <a:spLocks noGrp="1"/>
          </p:cNvSpPr>
          <p:nvPr>
            <p:ph type="body"/>
          </p:nvPr>
        </p:nvSpPr>
        <p:spPr>
          <a:xfrm>
            <a:off x="4939560" y="724320"/>
            <a:ext cx="3836520" cy="3694680"/>
          </a:xfrm>
          <a:prstGeom prst="rect">
            <a:avLst/>
          </a:prstGeom>
          <a:noFill/>
          <a:ln w="0">
            <a:noFill/>
          </a:ln>
        </p:spPr>
        <p:txBody>
          <a:bodyPr lIns="91440" rIns="91440" tIns="91440" bIns="91440" anchor="ctr">
            <a:normAutofit fontScale="87222" lnSpcReduction="10000"/>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5" name="PlaceHolder 3"/>
          <p:cNvSpPr>
            <a:spLocks noGrp="1"/>
          </p:cNvSpPr>
          <p:nvPr>
            <p:ph type="sldNum" idx="10"/>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lt1"/>
                </a:solidFill>
                <a:latin typeface="Times New Roman"/>
                <a:ea typeface="Times New Roman"/>
              </a:defRPr>
            </a:lvl1pPr>
          </a:lstStyle>
          <a:p>
            <a:pPr indent="0" algn="r">
              <a:lnSpc>
                <a:spcPct val="100000"/>
              </a:lnSpc>
              <a:buNone/>
              <a:tabLst>
                <a:tab algn="l" pos="0"/>
              </a:tabLst>
            </a:pPr>
            <a:fld id="{6A108F2D-BAA6-425C-A81C-ADFA3CC106B3}" type="slidenum">
              <a:rPr b="0" lang="en" sz="1000" spc="-1" strike="noStrike">
                <a:solidFill>
                  <a:schemeClr val="lt1"/>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66" name="PlaceHolder 1"/>
          <p:cNvSpPr>
            <a:spLocks noGrp="1"/>
          </p:cNvSpPr>
          <p:nvPr>
            <p:ph type="body"/>
          </p:nvPr>
        </p:nvSpPr>
        <p:spPr>
          <a:xfrm>
            <a:off x="319680" y="4230720"/>
            <a:ext cx="5998320" cy="598320"/>
          </a:xfrm>
          <a:prstGeom prst="rect">
            <a:avLst/>
          </a:prstGeom>
          <a:noFill/>
          <a:ln w="0">
            <a:noFill/>
          </a:ln>
        </p:spPr>
        <p:txBody>
          <a:bodyPr lIns="91440" rIns="91440" tIns="91440" bIns="91440" anchor="ctr">
            <a:normAutofit fontScale="1111"/>
          </a:bodyPr>
          <a:p>
            <a:pPr marL="432000" indent="-324000">
              <a:spcBef>
                <a:spcPts val="1417"/>
              </a:spcBef>
              <a:buClr>
                <a:srgbClr val="000000"/>
              </a:buClr>
              <a:buSzPct val="45000"/>
              <a:buFont typeface="Wingdings" charset="2"/>
              <a:buChar char=""/>
            </a:pPr>
            <a:r>
              <a:rPr b="0" lang="en-US" sz="1800" spc="-1" strike="noStrike">
                <a:solidFill>
                  <a:srgbClr val="000000"/>
                </a:solidFill>
                <a:latin typeface="Arial"/>
              </a:rPr>
              <a:t>Click to edit the outline text format</a:t>
            </a:r>
            <a:endParaRPr b="0" lang="en-US"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800" spc="-1" strike="noStrike">
                <a:solidFill>
                  <a:srgbClr val="000000"/>
                </a:solidFill>
                <a:latin typeface="Arial"/>
              </a:rPr>
              <a:t>Second Outline Level</a:t>
            </a:r>
            <a:endParaRPr b="0" lang="en-US"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800" spc="-1" strike="noStrike">
                <a:solidFill>
                  <a:srgbClr val="000000"/>
                </a:solidFill>
                <a:latin typeface="Arial"/>
              </a:rPr>
              <a:t>Third Outline Level</a:t>
            </a:r>
            <a:endParaRPr b="0" lang="en-US"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
        <p:nvSpPr>
          <p:cNvPr id="67" name="PlaceHolder 2"/>
          <p:cNvSpPr>
            <a:spLocks noGrp="1"/>
          </p:cNvSpPr>
          <p:nvPr>
            <p:ph type="sldNum" idx="11"/>
          </p:nvPr>
        </p:nvSpPr>
        <p:spPr>
          <a:xfrm>
            <a:off x="8460360" y="4651200"/>
            <a:ext cx="548280" cy="393120"/>
          </a:xfrm>
          <a:prstGeom prst="rect">
            <a:avLst/>
          </a:prstGeom>
          <a:noFill/>
          <a:ln w="0">
            <a:noFill/>
          </a:ln>
        </p:spPr>
        <p:txBody>
          <a:bodyPr lIns="91440" rIns="91440" tIns="91440" bIns="91440" anchor="ctr">
            <a:normAutofit/>
          </a:bodyPr>
          <a:lstStyle>
            <a:lvl1pPr indent="0" algn="r">
              <a:lnSpc>
                <a:spcPct val="100000"/>
              </a:lnSpc>
              <a:buNone/>
              <a:tabLst>
                <a:tab algn="l" pos="0"/>
              </a:tabLst>
              <a:defRPr b="0" lang="en" sz="1000" spc="-1" strike="noStrike">
                <a:solidFill>
                  <a:schemeClr val="dk2"/>
                </a:solidFill>
                <a:latin typeface="Times New Roman"/>
                <a:ea typeface="Times New Roman"/>
              </a:defRPr>
            </a:lvl1pPr>
          </a:lstStyle>
          <a:p>
            <a:pPr indent="0" algn="r">
              <a:lnSpc>
                <a:spcPct val="100000"/>
              </a:lnSpc>
              <a:buNone/>
              <a:tabLst>
                <a:tab algn="l" pos="0"/>
              </a:tabLst>
            </a:pPr>
            <a:fld id="{4E2E42A0-6113-4373-A234-562F9FAE4EF5}" type="slidenum">
              <a:rPr b="0" lang="en" sz="1000" spc="-1" strike="noStrike">
                <a:solidFill>
                  <a:schemeClr val="dk2"/>
                </a:solidFill>
                <a:latin typeface="Times New Roman"/>
                <a:ea typeface="Times New Roman"/>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image" Target="../media/image7.jpeg"/><Relationship Id="rId3"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image" Target="../media/image9.jpeg"/><Relationship Id="rId3" Type="http://schemas.openxmlformats.org/officeDocument/2006/relationships/image" Target="../media/image10.png"/><Relationship Id="rId4"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15.jpeg"/><Relationship Id="rId2" Type="http://schemas.openxmlformats.org/officeDocument/2006/relationships/slideLayout" Target="../slideLayouts/slideLayout5.xml"/>
</Relationships>
</file>

<file path=ppt/slides/_rels/slide13.xml.rels><?xml version="1.0" encoding="UTF-8"?>
<Relationships xmlns="http://schemas.openxmlformats.org/package/2006/relationships"><Relationship Id="rId1" Type="http://schemas.openxmlformats.org/officeDocument/2006/relationships/image" Target="../media/image16.jpeg"/><Relationship Id="rId2" Type="http://schemas.openxmlformats.org/officeDocument/2006/relationships/slideLayout" Target="../slideLayouts/slideLayout5.xml"/>
</Relationships>
</file>

<file path=ppt/slides/_rels/slide14.xml.rels><?xml version="1.0" encoding="UTF-8"?>
<Relationships xmlns="http://schemas.openxmlformats.org/package/2006/relationships"><Relationship Id="rId1" Type="http://schemas.openxmlformats.org/officeDocument/2006/relationships/image" Target="../media/image17.jpeg"/><Relationship Id="rId2" Type="http://schemas.openxmlformats.org/officeDocument/2006/relationships/image" Target="../media/image18.jpeg"/><Relationship Id="rId3" Type="http://schemas.openxmlformats.org/officeDocument/2006/relationships/image" Target="../media/image19.jpeg"/><Relationship Id="rId4" Type="http://schemas.openxmlformats.org/officeDocument/2006/relationships/image" Target="../media/image20.png"/><Relationship Id="rId5" Type="http://schemas.openxmlformats.org/officeDocument/2006/relationships/slideLayout" Target="../slideLayouts/slideLayout5.xml"/>
</Relationships>
</file>

<file path=ppt/slides/_rels/slide1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5.xml"/>
</Relationships>
</file>

<file path=ppt/slides/_rels/slide18.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image" Target="../media/image25.jpeg"/><Relationship Id="rId2"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26.jpeg"/><Relationship Id="rId2" Type="http://schemas.openxmlformats.org/officeDocument/2006/relationships/image" Target="../media/image27.png"/><Relationship Id="rId3"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610200" y="671040"/>
            <a:ext cx="8363520" cy="2240640"/>
          </a:xfrm>
          <a:prstGeom prst="rect">
            <a:avLst/>
          </a:prstGeom>
          <a:noFill/>
          <a:ln w="0">
            <a:noFill/>
          </a:ln>
        </p:spPr>
        <p:txBody>
          <a:bodyPr lIns="91440" rIns="91440" tIns="91440" bIns="91440" anchor="b">
            <a:noAutofit/>
          </a:bodyPr>
          <a:p>
            <a:pPr indent="0">
              <a:lnSpc>
                <a:spcPct val="150000"/>
              </a:lnSpc>
              <a:buNone/>
              <a:tabLst>
                <a:tab algn="l" pos="0"/>
              </a:tabLst>
            </a:pPr>
            <a:r>
              <a:rPr b="0" lang="en" sz="3000" spc="-1" strike="noStrike">
                <a:solidFill>
                  <a:schemeClr val="lt1"/>
                </a:solidFill>
                <a:latin typeface="Times New Roman"/>
                <a:ea typeface="Times New Roman"/>
              </a:rPr>
              <a:t>Estimating Precipitation Particle </a:t>
            </a:r>
            <a:endParaRPr b="0" lang="en-US" sz="3000" spc="-1" strike="noStrike">
              <a:solidFill>
                <a:srgbClr val="000000"/>
              </a:solidFill>
              <a:latin typeface="Arial"/>
            </a:endParaRPr>
          </a:p>
          <a:p>
            <a:pPr indent="0">
              <a:lnSpc>
                <a:spcPct val="150000"/>
              </a:lnSpc>
              <a:buNone/>
              <a:tabLst>
                <a:tab algn="l" pos="0"/>
              </a:tabLst>
            </a:pPr>
            <a:r>
              <a:rPr b="0" lang="en" sz="3000" spc="-1" strike="noStrike">
                <a:solidFill>
                  <a:schemeClr val="lt1"/>
                </a:solidFill>
                <a:latin typeface="Times New Roman"/>
                <a:ea typeface="Times New Roman"/>
              </a:rPr>
              <a:t>Number Concentration per Cubic Meter Using </a:t>
            </a:r>
            <a:endParaRPr b="0" lang="en-US" sz="3000" spc="-1" strike="noStrike">
              <a:solidFill>
                <a:srgbClr val="000000"/>
              </a:solidFill>
              <a:latin typeface="Arial"/>
            </a:endParaRPr>
          </a:p>
          <a:p>
            <a:pPr indent="0">
              <a:lnSpc>
                <a:spcPct val="150000"/>
              </a:lnSpc>
              <a:buNone/>
              <a:tabLst>
                <a:tab algn="l" pos="0"/>
              </a:tabLst>
            </a:pPr>
            <a:r>
              <a:rPr b="0" lang="en" sz="3000" spc="-1" strike="noStrike">
                <a:solidFill>
                  <a:schemeClr val="lt1"/>
                </a:solidFill>
                <a:latin typeface="Times New Roman"/>
                <a:ea typeface="Times New Roman"/>
              </a:rPr>
              <a:t>Computer Vision</a:t>
            </a:r>
            <a:endParaRPr b="0" lang="en-US" sz="3000" spc="-1" strike="noStrike">
              <a:solidFill>
                <a:srgbClr val="000000"/>
              </a:solidFill>
              <a:latin typeface="Arial"/>
            </a:endParaRPr>
          </a:p>
        </p:txBody>
      </p:sp>
      <p:sp>
        <p:nvSpPr>
          <p:cNvPr id="69" name="Google Shape;86;p13"/>
          <p:cNvSpPr/>
          <p:nvPr/>
        </p:nvSpPr>
        <p:spPr>
          <a:xfrm>
            <a:off x="610200" y="3021480"/>
            <a:ext cx="5623920" cy="7264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1800" spc="-1" strike="noStrike">
                <a:solidFill>
                  <a:schemeClr val="lt1"/>
                </a:solidFill>
                <a:latin typeface="Times New Roman"/>
                <a:ea typeface="Times New Roman"/>
              </a:rPr>
              <a:t>By davy3d</a:t>
            </a:r>
            <a:endParaRPr b="0" lang="en-US" sz="18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Justification</a:t>
            </a:r>
            <a:endParaRPr b="0" lang="en-US" sz="3000" spc="-1" strike="noStrike">
              <a:solidFill>
                <a:srgbClr val="000000"/>
              </a:solidFill>
              <a:latin typeface="Arial"/>
            </a:endParaRPr>
          </a:p>
        </p:txBody>
      </p:sp>
      <p:sp>
        <p:nvSpPr>
          <p:cNvPr id="71"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n" sz="2100" spc="-1" strike="noStrike">
                <a:solidFill>
                  <a:srgbClr val="000000"/>
                </a:solidFill>
                <a:latin typeface="Times New Roman"/>
                <a:ea typeface="Times New Roman"/>
              </a:rPr>
              <a:t>My justification for this project is that I am interested in computer vision and I like to code. I wanted to know how hard it rains outside in real time.</a:t>
            </a:r>
            <a:endParaRPr b="0" lang="en-US" sz="2100" spc="-1" strike="noStrike">
              <a:solidFill>
                <a:srgbClr val="000000"/>
              </a:solidFill>
              <a:latin typeface="Arial"/>
            </a:endParaRPr>
          </a:p>
        </p:txBody>
      </p:sp>
      <p:sp>
        <p:nvSpPr>
          <p:cNvPr id="72" name="Google Shape;93;p14"/>
          <p:cNvSpPr/>
          <p:nvPr/>
        </p:nvSpPr>
        <p:spPr>
          <a:xfrm>
            <a:off x="2133000" y="2147760"/>
            <a:ext cx="1713960" cy="257148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Vocabulary</a:t>
            </a:r>
            <a:endParaRPr b="0" lang="en-US" sz="3000" spc="-1" strike="noStrike">
              <a:solidFill>
                <a:srgbClr val="000000"/>
              </a:solidFill>
              <a:latin typeface="Arial"/>
            </a:endParaRPr>
          </a:p>
        </p:txBody>
      </p:sp>
      <p:sp>
        <p:nvSpPr>
          <p:cNvPr id="74" name="PlaceHolder 2"/>
          <p:cNvSpPr>
            <a:spLocks noGrp="1"/>
          </p:cNvSpPr>
          <p:nvPr>
            <p:ph/>
          </p:nvPr>
        </p:nvSpPr>
        <p:spPr>
          <a:xfrm>
            <a:off x="311760" y="1229760"/>
            <a:ext cx="8520120" cy="3338640"/>
          </a:xfrm>
          <a:prstGeom prst="rect">
            <a:avLst/>
          </a:prstGeom>
          <a:noFill/>
          <a:ln w="0">
            <a:noFill/>
          </a:ln>
        </p:spPr>
        <p:txBody>
          <a:bodyPr lIns="91440" rIns="91440" tIns="91440" bIns="91440" anchor="t">
            <a:noAutofit/>
          </a:bodyPr>
          <a:p>
            <a:pPr indent="0">
              <a:lnSpc>
                <a:spcPct val="115000"/>
              </a:lnSpc>
              <a:buNone/>
              <a:tabLst>
                <a:tab algn="l" pos="0"/>
              </a:tabLst>
            </a:pPr>
            <a:r>
              <a:rPr b="0" lang="en" sz="2200" spc="-1" strike="noStrike">
                <a:solidFill>
                  <a:srgbClr val="000000"/>
                </a:solidFill>
                <a:highlight>
                  <a:srgbClr val="ffff00"/>
                </a:highlight>
                <a:latin typeface="Times New Roman"/>
                <a:ea typeface="Times New Roman"/>
              </a:rPr>
              <a:t>Computer Vision</a:t>
            </a:r>
            <a:r>
              <a:rPr b="0" lang="en" sz="2200" spc="-1" strike="noStrike">
                <a:solidFill>
                  <a:srgbClr val="000000"/>
                </a:solidFill>
                <a:latin typeface="Times New Roman"/>
                <a:ea typeface="Times New Roman"/>
              </a:rPr>
              <a:t>: Computer vision involves how machines understand and interpret the visual world.</a:t>
            </a:r>
            <a:endParaRPr b="0" lang="en-US" sz="2200" spc="-1" strike="noStrike">
              <a:solidFill>
                <a:srgbClr val="000000"/>
              </a:solidFill>
              <a:latin typeface="Arial"/>
            </a:endParaRPr>
          </a:p>
          <a:p>
            <a:pPr indent="0">
              <a:lnSpc>
                <a:spcPct val="115000"/>
              </a:lnSpc>
              <a:spcBef>
                <a:spcPts val="1199"/>
              </a:spcBef>
              <a:buNone/>
              <a:tabLst>
                <a:tab algn="l" pos="0"/>
              </a:tabLst>
            </a:pPr>
            <a:r>
              <a:rPr b="0" lang="en" sz="2200" spc="-1" strike="noStrike">
                <a:solidFill>
                  <a:srgbClr val="000000"/>
                </a:solidFill>
                <a:highlight>
                  <a:srgbClr val="ffff00"/>
                </a:highlight>
                <a:latin typeface="Times New Roman"/>
                <a:ea typeface="Times New Roman"/>
              </a:rPr>
              <a:t>YOLO</a:t>
            </a:r>
            <a:r>
              <a:rPr b="0" lang="en" sz="2200" spc="-1" strike="noStrike">
                <a:solidFill>
                  <a:srgbClr val="000000"/>
                </a:solidFill>
                <a:latin typeface="Times New Roman"/>
                <a:ea typeface="Times New Roman"/>
              </a:rPr>
              <a:t>: YOLO stands for You Only Look Once, which is a one-stage computer vision object detection method.</a:t>
            </a:r>
            <a:endParaRPr b="0" lang="en-US" sz="22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2200" spc="-1" strike="noStrike">
              <a:solidFill>
                <a:srgbClr val="000000"/>
              </a:solidFill>
              <a:latin typeface="Arial"/>
            </a:endParaRPr>
          </a:p>
        </p:txBody>
      </p:sp>
      <p:sp>
        <p:nvSpPr>
          <p:cNvPr id="75" name="Google Shape;100;p15"/>
          <p:cNvSpPr/>
          <p:nvPr/>
        </p:nvSpPr>
        <p:spPr>
          <a:xfrm>
            <a:off x="2599200" y="3128040"/>
            <a:ext cx="2940840" cy="166176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Vocabulary</a:t>
            </a:r>
            <a:endParaRPr b="0" lang="en-US" sz="3000" spc="-1" strike="noStrike">
              <a:solidFill>
                <a:srgbClr val="000000"/>
              </a:solidFill>
              <a:latin typeface="Arial"/>
            </a:endParaRPr>
          </a:p>
        </p:txBody>
      </p:sp>
      <p:sp>
        <p:nvSpPr>
          <p:cNvPr id="77"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buNone/>
              <a:tabLst>
                <a:tab algn="l" pos="0"/>
              </a:tabLst>
            </a:pPr>
            <a:r>
              <a:rPr b="0" lang="en" sz="2200" spc="-1" strike="noStrike">
                <a:solidFill>
                  <a:srgbClr val="000000"/>
                </a:solidFill>
                <a:highlight>
                  <a:srgbClr val="ffff00"/>
                </a:highlight>
                <a:latin typeface="Times New Roman"/>
                <a:ea typeface="Times New Roman"/>
              </a:rPr>
              <a:t>Python</a:t>
            </a:r>
            <a:r>
              <a:rPr b="0" lang="en" sz="2200" spc="-1" strike="noStrike">
                <a:solidFill>
                  <a:srgbClr val="000000"/>
                </a:solidFill>
                <a:latin typeface="Times New Roman"/>
                <a:ea typeface="Times New Roman"/>
              </a:rPr>
              <a:t>: Python programming language is a high-level, general-use programming language.</a:t>
            </a:r>
            <a:endParaRPr b="0" lang="en-US" sz="2200" spc="-1" strike="noStrike">
              <a:solidFill>
                <a:srgbClr val="000000"/>
              </a:solidFill>
              <a:latin typeface="Arial"/>
            </a:endParaRPr>
          </a:p>
          <a:p>
            <a:pPr indent="0">
              <a:lnSpc>
                <a:spcPct val="115000"/>
              </a:lnSpc>
              <a:spcBef>
                <a:spcPts val="1199"/>
              </a:spcBef>
              <a:spcAft>
                <a:spcPts val="1199"/>
              </a:spcAft>
              <a:buNone/>
              <a:tabLst>
                <a:tab algn="l" pos="0"/>
              </a:tabLst>
            </a:pPr>
            <a:r>
              <a:rPr b="0" lang="en" sz="2200" spc="-1" strike="noStrike">
                <a:solidFill>
                  <a:srgbClr val="000000"/>
                </a:solidFill>
                <a:highlight>
                  <a:srgbClr val="ffff00"/>
                </a:highlight>
                <a:latin typeface="Times New Roman"/>
                <a:ea typeface="Times New Roman"/>
              </a:rPr>
              <a:t>CSV</a:t>
            </a:r>
            <a:r>
              <a:rPr b="0" lang="en" sz="2200" spc="-1" strike="noStrike">
                <a:solidFill>
                  <a:srgbClr val="000000"/>
                </a:solidFill>
                <a:latin typeface="Times New Roman"/>
                <a:ea typeface="Times New Roman"/>
              </a:rPr>
              <a:t>: CSV stands for Comma Separated Values, and is a simple way of storing information that is easy to use and manipulate.</a:t>
            </a:r>
            <a:endParaRPr b="0" lang="en-US" sz="2200" spc="-1" strike="noStrike">
              <a:solidFill>
                <a:srgbClr val="000000"/>
              </a:solidFill>
              <a:latin typeface="Arial"/>
            </a:endParaRPr>
          </a:p>
        </p:txBody>
      </p:sp>
      <p:pic>
        <p:nvPicPr>
          <p:cNvPr id="78" name="Google Shape;107;p16" descr="File:Text-csv-text.svg - Wikimedia Commons"/>
          <p:cNvPicPr/>
          <p:nvPr/>
        </p:nvPicPr>
        <p:blipFill>
          <a:blip r:embed="rId1"/>
          <a:stretch/>
        </p:blipFill>
        <p:spPr>
          <a:xfrm>
            <a:off x="4313160" y="3180600"/>
            <a:ext cx="1691640" cy="15519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Research - Artificial Intelligence</a:t>
            </a:r>
            <a:endParaRPr b="0" lang="en-US" sz="3000" spc="-1" strike="noStrike">
              <a:solidFill>
                <a:srgbClr val="000000"/>
              </a:solidFill>
              <a:latin typeface="Arial"/>
            </a:endParaRPr>
          </a:p>
        </p:txBody>
      </p:sp>
      <p:sp>
        <p:nvSpPr>
          <p:cNvPr id="80" name="PlaceHolder 2"/>
          <p:cNvSpPr>
            <a:spLocks noGrp="1"/>
          </p:cNvSpPr>
          <p:nvPr>
            <p:ph/>
          </p:nvPr>
        </p:nvSpPr>
        <p:spPr>
          <a:xfrm>
            <a:off x="311760" y="1017720"/>
            <a:ext cx="8520120" cy="4024800"/>
          </a:xfrm>
          <a:prstGeom prst="rect">
            <a:avLst/>
          </a:prstGeom>
          <a:noFill/>
          <a:ln w="0">
            <a:noFill/>
          </a:ln>
        </p:spPr>
        <p:txBody>
          <a:bodyPr lIns="91440" rIns="91440" tIns="91440" bIns="91440" anchor="t">
            <a:noAutofit/>
          </a:bodyPr>
          <a:p>
            <a:pPr marL="457200" indent="-361800">
              <a:lnSpc>
                <a:spcPct val="100000"/>
              </a:lnSpc>
              <a:spcBef>
                <a:spcPts val="1199"/>
              </a:spcBef>
              <a:buClr>
                <a:srgbClr val="000000"/>
              </a:buClr>
              <a:buFont typeface="Times New Roman"/>
              <a:buChar char="●"/>
            </a:pPr>
            <a:r>
              <a:rPr b="0" lang="en" sz="2100" spc="-1" strike="noStrike">
                <a:solidFill>
                  <a:srgbClr val="000000"/>
                </a:solidFill>
                <a:latin typeface="Times New Roman"/>
                <a:ea typeface="Times New Roman"/>
              </a:rPr>
              <a:t>Artificial intelligence describes computer systems that can perform complex tasks normally done by humans.</a:t>
            </a:r>
            <a:endParaRPr b="0" lang="en-US" sz="2100" spc="-1" strike="noStrike">
              <a:solidFill>
                <a:srgbClr val="000000"/>
              </a:solidFill>
              <a:latin typeface="Arial"/>
            </a:endParaRPr>
          </a:p>
          <a:p>
            <a:pPr marL="457200" indent="0">
              <a:lnSpc>
                <a:spcPct val="100000"/>
              </a:lnSpc>
              <a:spcBef>
                <a:spcPts val="1199"/>
              </a:spcBef>
              <a:buNone/>
              <a:tabLst>
                <a:tab algn="l" pos="0"/>
              </a:tabLst>
            </a:pPr>
            <a:endParaRPr b="0" lang="en-US" sz="2100" spc="-1" strike="noStrike">
              <a:solidFill>
                <a:srgbClr val="000000"/>
              </a:solidFill>
              <a:latin typeface="Arial"/>
            </a:endParaRPr>
          </a:p>
          <a:p>
            <a:pPr marL="457200" indent="-368280">
              <a:lnSpc>
                <a:spcPct val="100000"/>
              </a:lnSpc>
              <a:spcBef>
                <a:spcPts val="1199"/>
              </a:spcBef>
              <a:buClr>
                <a:srgbClr val="000000"/>
              </a:buClr>
              <a:buFont typeface="Times New Roman"/>
              <a:buChar char="●"/>
              <a:tabLst>
                <a:tab algn="l" pos="0"/>
              </a:tabLst>
            </a:pPr>
            <a:r>
              <a:rPr b="0" lang="en" sz="2200" spc="-1" strike="noStrike">
                <a:solidFill>
                  <a:srgbClr val="000000"/>
                </a:solidFill>
                <a:latin typeface="Times New Roman"/>
                <a:ea typeface="Times New Roman"/>
              </a:rPr>
              <a:t>Machine learning is a computer learning without human input.</a:t>
            </a:r>
            <a:endParaRPr b="0" lang="en-US" sz="2200" spc="-1" strike="noStrike">
              <a:solidFill>
                <a:srgbClr val="000000"/>
              </a:solidFill>
              <a:latin typeface="Arial"/>
            </a:endParaRPr>
          </a:p>
          <a:p>
            <a:pPr indent="0">
              <a:lnSpc>
                <a:spcPct val="150000"/>
              </a:lnSpc>
              <a:spcBef>
                <a:spcPts val="1199"/>
              </a:spcBef>
              <a:buNone/>
              <a:tabLst>
                <a:tab algn="l" pos="0"/>
              </a:tabLst>
            </a:pPr>
            <a:endParaRPr b="0" lang="en-US" sz="2100" spc="-1" strike="noStrike">
              <a:solidFill>
                <a:srgbClr val="000000"/>
              </a:solidFill>
              <a:latin typeface="Arial"/>
            </a:endParaRPr>
          </a:p>
        </p:txBody>
      </p:sp>
      <p:sp>
        <p:nvSpPr>
          <p:cNvPr id="81" name="Google Shape;114;p17"/>
          <p:cNvSpPr/>
          <p:nvPr/>
        </p:nvSpPr>
        <p:spPr>
          <a:xfrm>
            <a:off x="2052720" y="3089520"/>
            <a:ext cx="2518920" cy="165600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Research - OpenCV</a:t>
            </a:r>
            <a:endParaRPr b="0" lang="en-US" sz="3000" spc="-1" strike="noStrike">
              <a:solidFill>
                <a:srgbClr val="000000"/>
              </a:solidFill>
              <a:latin typeface="Arial"/>
            </a:endParaRPr>
          </a:p>
        </p:txBody>
      </p:sp>
      <p:sp>
        <p:nvSpPr>
          <p:cNvPr id="83" name="PlaceHolder 2"/>
          <p:cNvSpPr>
            <a:spLocks noGrp="1"/>
          </p:cNvSpPr>
          <p:nvPr>
            <p:ph/>
          </p:nvPr>
        </p:nvSpPr>
        <p:spPr>
          <a:xfrm>
            <a:off x="311760" y="1092960"/>
            <a:ext cx="8520120" cy="3338640"/>
          </a:xfrm>
          <a:prstGeom prst="rect">
            <a:avLst/>
          </a:prstGeom>
          <a:noFill/>
          <a:ln w="0">
            <a:noFill/>
          </a:ln>
        </p:spPr>
        <p:txBody>
          <a:bodyPr lIns="91440" rIns="91440" tIns="91440" bIns="91440" anchor="t">
            <a:normAutofit/>
          </a:bodyPr>
          <a:p>
            <a:pPr marL="457200" indent="-361800">
              <a:lnSpc>
                <a:spcPct val="100000"/>
              </a:lnSpc>
              <a:spcBef>
                <a:spcPts val="1199"/>
              </a:spcBef>
              <a:buClr>
                <a:srgbClr val="000000"/>
              </a:buClr>
              <a:buFont typeface="Times New Roman"/>
              <a:buChar char="●"/>
            </a:pPr>
            <a:r>
              <a:rPr b="0" lang="en" sz="2100" spc="-1" strike="noStrike">
                <a:solidFill>
                  <a:srgbClr val="000000"/>
                </a:solidFill>
                <a:latin typeface="Times New Roman"/>
                <a:ea typeface="Times New Roman"/>
              </a:rPr>
              <a:t>OpenCV is a popular computer vision library.</a:t>
            </a:r>
            <a:endParaRPr b="0" lang="en-US" sz="2100" spc="-1" strike="noStrike">
              <a:solidFill>
                <a:srgbClr val="000000"/>
              </a:solidFill>
              <a:latin typeface="Arial"/>
            </a:endParaRPr>
          </a:p>
          <a:p>
            <a:pPr marL="457200" indent="0">
              <a:lnSpc>
                <a:spcPct val="100000"/>
              </a:lnSpc>
              <a:spcBef>
                <a:spcPts val="1199"/>
              </a:spcBef>
              <a:buNone/>
              <a:tabLst>
                <a:tab algn="l" pos="0"/>
              </a:tabLst>
            </a:pPr>
            <a:endParaRPr b="0" lang="en-US" sz="2100" spc="-1" strike="noStrike">
              <a:solidFill>
                <a:srgbClr val="000000"/>
              </a:solidFill>
              <a:latin typeface="Arial"/>
            </a:endParaRPr>
          </a:p>
          <a:p>
            <a:pPr marL="457200" indent="-361800">
              <a:lnSpc>
                <a:spcPct val="100000"/>
              </a:lnSpc>
              <a:spcBef>
                <a:spcPts val="1199"/>
              </a:spcBef>
              <a:buClr>
                <a:srgbClr val="000000"/>
              </a:buClr>
              <a:buFont typeface="Times New Roman"/>
              <a:buChar char="●"/>
              <a:tabLst>
                <a:tab algn="l" pos="0"/>
              </a:tabLst>
            </a:pPr>
            <a:r>
              <a:rPr b="0" lang="en" sz="2100" spc="-1" strike="noStrike">
                <a:solidFill>
                  <a:srgbClr val="000000"/>
                </a:solidFill>
                <a:latin typeface="Times New Roman"/>
                <a:ea typeface="Times New Roman"/>
              </a:rPr>
              <a:t>An OpenCV motion detection method is to find a common background image, then subtract it from an image from the same feed. Any parts of the picture left over are detected as motion.</a:t>
            </a:r>
            <a:endParaRPr b="0" lang="en-US" sz="2100" spc="-1" strike="noStrike">
              <a:solidFill>
                <a:srgbClr val="000000"/>
              </a:solidFill>
              <a:latin typeface="Arial"/>
            </a:endParaRPr>
          </a:p>
        </p:txBody>
      </p:sp>
      <p:pic>
        <p:nvPicPr>
          <p:cNvPr id="84" name="Google Shape;121;p18" descr="File:OpenCV Logo with text.png - Wikimedia Commons"/>
          <p:cNvPicPr/>
          <p:nvPr/>
        </p:nvPicPr>
        <p:blipFill>
          <a:blip r:embed="rId1"/>
          <a:stretch/>
        </p:blipFill>
        <p:spPr>
          <a:xfrm>
            <a:off x="3878280" y="3165480"/>
            <a:ext cx="1387080" cy="170820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Research - Object Detection</a:t>
            </a:r>
            <a:endParaRPr b="0" lang="en-US" sz="3000" spc="-1" strike="noStrike">
              <a:solidFill>
                <a:srgbClr val="000000"/>
              </a:solidFill>
              <a:latin typeface="Arial"/>
            </a:endParaRPr>
          </a:p>
        </p:txBody>
      </p:sp>
      <p:sp>
        <p:nvSpPr>
          <p:cNvPr id="86" name="PlaceHolder 2"/>
          <p:cNvSpPr>
            <a:spLocks noGrp="1"/>
          </p:cNvSpPr>
          <p:nvPr>
            <p:ph/>
          </p:nvPr>
        </p:nvSpPr>
        <p:spPr>
          <a:xfrm>
            <a:off x="311760" y="1106640"/>
            <a:ext cx="8520120" cy="3338640"/>
          </a:xfrm>
          <a:prstGeom prst="rect">
            <a:avLst/>
          </a:prstGeom>
          <a:noFill/>
          <a:ln w="0">
            <a:noFill/>
          </a:ln>
        </p:spPr>
        <p:txBody>
          <a:bodyPr lIns="91440" rIns="91440" tIns="91440" bIns="91440" anchor="t">
            <a:noAutofit/>
          </a:bodyPr>
          <a:p>
            <a:pPr marL="457200" indent="-361800">
              <a:lnSpc>
                <a:spcPct val="150000"/>
              </a:lnSpc>
              <a:buClr>
                <a:srgbClr val="000000"/>
              </a:buClr>
              <a:buFont typeface="Times New Roman"/>
              <a:buChar char="●"/>
            </a:pPr>
            <a:r>
              <a:rPr b="0" lang="en" sz="2100" spc="-1" strike="noStrike">
                <a:solidFill>
                  <a:srgbClr val="000000"/>
                </a:solidFill>
                <a:latin typeface="Times New Roman"/>
                <a:ea typeface="Times New Roman"/>
              </a:rPr>
              <a:t>Different methods for object detection are Haar Cascades, Histogram of Oriented Gradients (HOG), Scale-Invariant Feature Transform (SIFT), You Only Look Once (YOLO), and Single Shot MultiBox Detector (SSD).</a:t>
            </a:r>
            <a:endParaRPr b="0" lang="en-US" sz="2100" spc="-1" strike="noStrike">
              <a:solidFill>
                <a:srgbClr val="000000"/>
              </a:solidFill>
              <a:latin typeface="Arial"/>
            </a:endParaRPr>
          </a:p>
          <a:p>
            <a:pPr marL="457200" indent="-361800">
              <a:lnSpc>
                <a:spcPct val="150000"/>
              </a:lnSpc>
              <a:buClr>
                <a:srgbClr val="000000"/>
              </a:buClr>
              <a:buFont typeface="Times New Roman"/>
              <a:buChar char="●"/>
            </a:pPr>
            <a:r>
              <a:rPr b="0" lang="en" sz="2100" spc="-1" strike="noStrike">
                <a:solidFill>
                  <a:srgbClr val="000000"/>
                </a:solidFill>
                <a:latin typeface="Times New Roman"/>
                <a:ea typeface="Times New Roman"/>
              </a:rPr>
              <a:t>The YOLO object detection method is a convolutional neural network that is able to detect, classify, track, and estimate the pose of an object.</a:t>
            </a:r>
            <a:endParaRPr b="0" lang="en-US" sz="2100" spc="-1" strike="noStrike">
              <a:solidFill>
                <a:srgbClr val="000000"/>
              </a:solidFill>
              <a:latin typeface="Arial"/>
            </a:endParaRPr>
          </a:p>
          <a:p>
            <a:pPr marL="457200" indent="0">
              <a:lnSpc>
                <a:spcPct val="115000"/>
              </a:lnSpc>
              <a:spcBef>
                <a:spcPts val="1199"/>
              </a:spcBef>
              <a:spcAft>
                <a:spcPts val="1199"/>
              </a:spcAft>
              <a:buNone/>
              <a:tabLst>
                <a:tab algn="l" pos="0"/>
              </a:tabLst>
            </a:pP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Research</a:t>
            </a:r>
            <a:endParaRPr b="0" lang="en-US" sz="3000" spc="-1" strike="noStrike">
              <a:solidFill>
                <a:srgbClr val="000000"/>
              </a:solidFill>
              <a:latin typeface="Arial"/>
            </a:endParaRPr>
          </a:p>
        </p:txBody>
      </p:sp>
      <p:sp>
        <p:nvSpPr>
          <p:cNvPr id="88"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marL="457200" indent="-361800">
              <a:lnSpc>
                <a:spcPct val="150000"/>
              </a:lnSpc>
              <a:buClr>
                <a:srgbClr val="000000"/>
              </a:buClr>
              <a:buFont typeface="Times New Roman"/>
              <a:buChar char="●"/>
            </a:pPr>
            <a:r>
              <a:rPr b="0" lang="en" sz="2100" spc="-1" strike="noStrike">
                <a:solidFill>
                  <a:srgbClr val="000000"/>
                </a:solidFill>
                <a:latin typeface="Times New Roman"/>
                <a:ea typeface="Times New Roman"/>
              </a:rPr>
              <a:t>The Raspberry Pi is small, lightweight computer.</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In rain, raindrop concentration usually ranges from </a:t>
            </a:r>
            <a:endParaRPr b="0" lang="en-US" sz="2100" spc="-1" strike="noStrike">
              <a:solidFill>
                <a:srgbClr val="000000"/>
              </a:solidFill>
              <a:latin typeface="Arial"/>
            </a:endParaRPr>
          </a:p>
          <a:p>
            <a:pPr marL="457200" indent="0">
              <a:lnSpc>
                <a:spcPct val="115000"/>
              </a:lnSpc>
              <a:spcBef>
                <a:spcPts val="1199"/>
              </a:spcBef>
              <a:buNone/>
              <a:tabLst>
                <a:tab algn="l" pos="0"/>
              </a:tabLst>
            </a:pPr>
            <a:r>
              <a:rPr b="0" lang="en" sz="2100" spc="-1" strike="noStrike">
                <a:solidFill>
                  <a:srgbClr val="000000"/>
                </a:solidFill>
                <a:latin typeface="Times New Roman"/>
                <a:ea typeface="Times New Roman"/>
              </a:rPr>
              <a:t>100 to 1,000 drops per cubic meter.</a:t>
            </a:r>
            <a:endParaRPr b="0" lang="en-US" sz="2100" spc="-1" strike="noStrike">
              <a:solidFill>
                <a:srgbClr val="000000"/>
              </a:solidFill>
              <a:latin typeface="Arial"/>
            </a:endParaRPr>
          </a:p>
          <a:p>
            <a:pPr indent="0">
              <a:lnSpc>
                <a:spcPct val="115000"/>
              </a:lnSpc>
              <a:spcBef>
                <a:spcPts val="1199"/>
              </a:spcBef>
              <a:spcAft>
                <a:spcPts val="1199"/>
              </a:spcAft>
              <a:buNone/>
              <a:tabLst>
                <a:tab algn="l" pos="0"/>
              </a:tabLst>
            </a:pPr>
            <a:endParaRPr b="0" lang="en-US" sz="2100" spc="-1" strike="noStrike">
              <a:solidFill>
                <a:srgbClr val="000000"/>
              </a:solidFill>
              <a:latin typeface="Arial"/>
            </a:endParaRPr>
          </a:p>
        </p:txBody>
      </p:sp>
      <p:pic>
        <p:nvPicPr>
          <p:cNvPr id="89" name="Google Shape;134;p20" descr="Plik:23551-raspberry-pi-5.jpg – Wikipedia, wolna encyklopedia"/>
          <p:cNvPicPr/>
          <p:nvPr/>
        </p:nvPicPr>
        <p:blipFill>
          <a:blip r:embed="rId1"/>
          <a:stretch/>
        </p:blipFill>
        <p:spPr>
          <a:xfrm>
            <a:off x="6418800" y="1778400"/>
            <a:ext cx="2478960" cy="1983240"/>
          </a:xfrm>
          <a:prstGeom prst="rect">
            <a:avLst/>
          </a:prstGeom>
          <a:ln w="0">
            <a:noFill/>
          </a:ln>
        </p:spPr>
      </p:pic>
      <p:sp>
        <p:nvSpPr>
          <p:cNvPr id="90" name="Google Shape;135;p20"/>
          <p:cNvSpPr/>
          <p:nvPr/>
        </p:nvSpPr>
        <p:spPr>
          <a:xfrm>
            <a:off x="1641600" y="2817720"/>
            <a:ext cx="2749320" cy="1831320"/>
          </a:xfrm>
          <a:prstGeom prst="flowChartAlternateProcess">
            <a:avLst/>
          </a:pr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Objective</a:t>
            </a:r>
            <a:endParaRPr b="0" lang="en-US" sz="3000" spc="-1" strike="noStrike">
              <a:solidFill>
                <a:srgbClr val="000000"/>
              </a:solidFill>
              <a:latin typeface="Arial"/>
            </a:endParaRPr>
          </a:p>
        </p:txBody>
      </p:sp>
      <p:sp>
        <p:nvSpPr>
          <p:cNvPr id="92"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50000"/>
              </a:lnSpc>
              <a:buNone/>
              <a:tabLst>
                <a:tab algn="l" pos="0"/>
              </a:tabLst>
            </a:pPr>
            <a:r>
              <a:rPr b="0" lang="en" sz="2100" spc="-1" strike="noStrike">
                <a:solidFill>
                  <a:srgbClr val="000000"/>
                </a:solidFill>
                <a:latin typeface="Times New Roman"/>
                <a:ea typeface="Times New Roman"/>
              </a:rPr>
              <a:t>The objective of this project is to use a Raspberry Pi and Python to detect rain or snow, namely precipitation, and detect the density of the raindrops, or particles, using computer vision.</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Materials</a:t>
            </a:r>
            <a:endParaRPr b="0" lang="en-US" sz="3000" spc="-1" strike="noStrike">
              <a:solidFill>
                <a:srgbClr val="000000"/>
              </a:solidFill>
              <a:latin typeface="Arial"/>
            </a:endParaRPr>
          </a:p>
        </p:txBody>
      </p:sp>
      <p:sp>
        <p:nvSpPr>
          <p:cNvPr id="94" name="PlaceHolder 2"/>
          <p:cNvSpPr>
            <a:spLocks noGrp="1"/>
          </p:cNvSpPr>
          <p:nvPr>
            <p:ph/>
          </p:nvPr>
        </p:nvSpPr>
        <p:spPr>
          <a:xfrm>
            <a:off x="311760" y="943920"/>
            <a:ext cx="5132520" cy="3895200"/>
          </a:xfrm>
          <a:prstGeom prst="rect">
            <a:avLst/>
          </a:prstGeom>
          <a:noFill/>
          <a:ln w="0">
            <a:noFill/>
          </a:ln>
        </p:spPr>
        <p:txBody>
          <a:bodyPr lIns="91440" rIns="91440" tIns="91440" bIns="91440" anchor="t">
            <a:noAutofit/>
          </a:bodyPr>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2 USB web cameras</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Raspberry Pi computer</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Flat platform</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Surrounding rig (including materials)</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Python programming language</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3 meter USB cable</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Laptop</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1 USB hub</a:t>
            </a:r>
            <a:endParaRPr b="0" lang="en-US" sz="2100" spc="-1" strike="noStrike">
              <a:solidFill>
                <a:srgbClr val="000000"/>
              </a:solidFill>
              <a:latin typeface="Arial"/>
            </a:endParaRPr>
          </a:p>
          <a:p>
            <a:pPr marL="457200" indent="-361800">
              <a:lnSpc>
                <a:spcPct val="115000"/>
              </a:lnSpc>
              <a:buClr>
                <a:srgbClr val="000000"/>
              </a:buClr>
              <a:buFont typeface="Times New Roman"/>
              <a:buChar char="●"/>
            </a:pPr>
            <a:r>
              <a:rPr b="0" lang="en" sz="2100" spc="-1" strike="noStrike">
                <a:solidFill>
                  <a:srgbClr val="000000"/>
                </a:solidFill>
                <a:latin typeface="Times New Roman"/>
                <a:ea typeface="Times New Roman"/>
              </a:rPr>
              <a:t>2 Garden floodlights</a:t>
            </a:r>
            <a:endParaRPr b="0" lang="en-US" sz="2100" spc="-1" strike="noStrike">
              <a:solidFill>
                <a:srgbClr val="000000"/>
              </a:solidFill>
              <a:latin typeface="Arial"/>
            </a:endParaRPr>
          </a:p>
        </p:txBody>
      </p:sp>
      <p:pic>
        <p:nvPicPr>
          <p:cNvPr id="95" name="Google Shape;148;p22" descr="Fichier:23551-raspberry-pi-5.jpg — Wikipédia"/>
          <p:cNvPicPr/>
          <p:nvPr/>
        </p:nvPicPr>
        <p:blipFill>
          <a:blip r:embed="rId1"/>
          <a:stretch/>
        </p:blipFill>
        <p:spPr>
          <a:xfrm>
            <a:off x="3644280" y="228960"/>
            <a:ext cx="2483640" cy="1986840"/>
          </a:xfrm>
          <a:prstGeom prst="rect">
            <a:avLst/>
          </a:prstGeom>
          <a:ln w="0">
            <a:noFill/>
          </a:ln>
        </p:spPr>
      </p:pic>
      <p:sp>
        <p:nvSpPr>
          <p:cNvPr id="96" name="Google Shape;149;p22"/>
          <p:cNvSpPr/>
          <p:nvPr/>
        </p:nvSpPr>
        <p:spPr>
          <a:xfrm>
            <a:off x="4355640" y="2724120"/>
            <a:ext cx="1881720" cy="1746720"/>
          </a:xfrm>
          <a:prstGeom prst="flowChartAlternateProcess">
            <a:avLst/>
          </a:pr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97" name="Google Shape;150;p22" descr=""/>
          <p:cNvPicPr/>
          <p:nvPr/>
        </p:nvPicPr>
        <p:blipFill>
          <a:blip r:embed="rId3"/>
          <a:stretch/>
        </p:blipFill>
        <p:spPr>
          <a:xfrm>
            <a:off x="5772960" y="943920"/>
            <a:ext cx="3532680" cy="19868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My Platforms and Rigs</a:t>
            </a:r>
            <a:endParaRPr b="0" lang="en-US" sz="3000" spc="-1" strike="noStrike">
              <a:solidFill>
                <a:srgbClr val="000000"/>
              </a:solidFill>
              <a:latin typeface="Arial"/>
            </a:endParaRPr>
          </a:p>
        </p:txBody>
      </p:sp>
      <p:sp>
        <p:nvSpPr>
          <p:cNvPr id="99"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n" sz="2100" spc="-1" strike="noStrike">
                <a:solidFill>
                  <a:schemeClr val="dk2"/>
                </a:solidFill>
                <a:latin typeface="Times New Roman"/>
                <a:ea typeface="Times New Roman"/>
              </a:rPr>
              <a:t> </a:t>
            </a:r>
            <a:endParaRPr b="0" lang="en-US" sz="2100" spc="-1" strike="noStrike">
              <a:solidFill>
                <a:srgbClr val="000000"/>
              </a:solidFill>
              <a:latin typeface="Arial"/>
            </a:endParaRPr>
          </a:p>
        </p:txBody>
      </p:sp>
      <p:sp>
        <p:nvSpPr>
          <p:cNvPr id="100" name="Google Shape;157;p23"/>
          <p:cNvSpPr/>
          <p:nvPr/>
        </p:nvSpPr>
        <p:spPr>
          <a:xfrm>
            <a:off x="1092240" y="3328200"/>
            <a:ext cx="3214800" cy="7794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400" spc="-1" strike="noStrike">
                <a:solidFill>
                  <a:srgbClr val="000000"/>
                </a:solidFill>
                <a:latin typeface="Times New Roman"/>
                <a:ea typeface="Times New Roman"/>
              </a:rPr>
              <a:t>This is my flat platform.</a:t>
            </a:r>
            <a:endParaRPr b="0" lang="en-US" sz="2400" spc="-1" strike="noStrike">
              <a:solidFill>
                <a:srgbClr val="000000"/>
              </a:solidFill>
              <a:latin typeface="Arial"/>
            </a:endParaRPr>
          </a:p>
        </p:txBody>
      </p:sp>
      <p:sp>
        <p:nvSpPr>
          <p:cNvPr id="101" name="Google Shape;158;p23"/>
          <p:cNvSpPr/>
          <p:nvPr/>
        </p:nvSpPr>
        <p:spPr>
          <a:xfrm>
            <a:off x="4461840" y="3328200"/>
            <a:ext cx="361260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400" spc="-1" strike="noStrike">
                <a:solidFill>
                  <a:srgbClr val="000000"/>
                </a:solidFill>
                <a:latin typeface="Times New Roman"/>
                <a:ea typeface="Times New Roman"/>
              </a:rPr>
              <a:t>This is my surrounding rig.</a:t>
            </a:r>
            <a:endParaRPr b="0" lang="en-US" sz="2400" spc="-1" strike="noStrike">
              <a:solidFill>
                <a:srgbClr val="000000"/>
              </a:solidFill>
              <a:latin typeface="Arial"/>
            </a:endParaRPr>
          </a:p>
        </p:txBody>
      </p:sp>
      <p:sp>
        <p:nvSpPr>
          <p:cNvPr id="102" name="Google Shape;159;p23"/>
          <p:cNvSpPr/>
          <p:nvPr/>
        </p:nvSpPr>
        <p:spPr>
          <a:xfrm>
            <a:off x="1752840" y="1229760"/>
            <a:ext cx="2633040" cy="207792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3" name="Google Shape;160;p23"/>
          <p:cNvSpPr/>
          <p:nvPr/>
        </p:nvSpPr>
        <p:spPr>
          <a:xfrm>
            <a:off x="4572000" y="1230120"/>
            <a:ext cx="2633040" cy="2077560"/>
          </a:xfrm>
          <a:prstGeom prst="flowChartAlternateProcess">
            <a:avLst/>
          </a:pr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pic>
        <p:nvPicPr>
          <p:cNvPr id="104" name="Google Shape;161;p23" descr=""/>
          <p:cNvPicPr/>
          <p:nvPr/>
        </p:nvPicPr>
        <p:blipFill>
          <a:blip r:embed="rId3"/>
          <a:stretch/>
        </p:blipFill>
        <p:spPr>
          <a:xfrm>
            <a:off x="56160" y="1507320"/>
            <a:ext cx="1696320" cy="1387800"/>
          </a:xfrm>
          <a:prstGeom prst="rect">
            <a:avLst/>
          </a:prstGeom>
          <a:ln w="0">
            <a:noFill/>
          </a:ln>
        </p:spPr>
      </p:pic>
      <p:pic>
        <p:nvPicPr>
          <p:cNvPr id="105" name="Google Shape;162;p23" descr=""/>
          <p:cNvPicPr/>
          <p:nvPr/>
        </p:nvPicPr>
        <p:blipFill>
          <a:blip r:embed="rId4"/>
          <a:stretch/>
        </p:blipFill>
        <p:spPr>
          <a:xfrm>
            <a:off x="7218360" y="1507320"/>
            <a:ext cx="1696320" cy="138780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Procedure</a:t>
            </a:r>
            <a:endParaRPr b="0" lang="en-US" sz="3000" spc="-1" strike="noStrike">
              <a:solidFill>
                <a:srgbClr val="000000"/>
              </a:solidFill>
              <a:latin typeface="Arial"/>
            </a:endParaRPr>
          </a:p>
        </p:txBody>
      </p:sp>
      <p:sp>
        <p:nvSpPr>
          <p:cNvPr id="107" name="PlaceHolder 2"/>
          <p:cNvSpPr>
            <a:spLocks noGrp="1"/>
          </p:cNvSpPr>
          <p:nvPr>
            <p:ph/>
          </p:nvPr>
        </p:nvSpPr>
        <p:spPr>
          <a:xfrm>
            <a:off x="161280" y="902160"/>
            <a:ext cx="8520120" cy="3338640"/>
          </a:xfrm>
          <a:prstGeom prst="rect">
            <a:avLst/>
          </a:prstGeom>
          <a:noFill/>
          <a:ln w="0">
            <a:noFill/>
          </a:ln>
        </p:spPr>
        <p:txBody>
          <a:bodyPr lIns="91440" rIns="91440" tIns="91440" bIns="91440" anchor="t">
            <a:noAutofit/>
          </a:bodyPr>
          <a:p>
            <a:pPr indent="0">
              <a:lnSpc>
                <a:spcPct val="200000"/>
              </a:lnSpc>
              <a:buNone/>
              <a:tabLst>
                <a:tab algn="l" pos="0"/>
              </a:tabLst>
            </a:pPr>
            <a:r>
              <a:rPr b="0" lang="en" sz="2100" spc="-1" strike="noStrike">
                <a:solidFill>
                  <a:srgbClr val="000000"/>
                </a:solidFill>
                <a:latin typeface="Times New Roman"/>
                <a:ea typeface="Times New Roman"/>
              </a:rPr>
              <a:t>1. I collected the materials.</a:t>
            </a:r>
            <a:endParaRPr b="0" lang="en-US" sz="2100" spc="-1" strike="noStrike">
              <a:solidFill>
                <a:srgbClr val="000000"/>
              </a:solidFill>
              <a:latin typeface="Arial"/>
            </a:endParaRPr>
          </a:p>
          <a:p>
            <a:pPr indent="0">
              <a:lnSpc>
                <a:spcPct val="200000"/>
              </a:lnSpc>
              <a:buNone/>
              <a:tabLst>
                <a:tab algn="l" pos="0"/>
              </a:tabLst>
            </a:pPr>
            <a:r>
              <a:rPr b="0" lang="en" sz="2100" spc="-1" strike="noStrike">
                <a:solidFill>
                  <a:srgbClr val="000000"/>
                </a:solidFill>
                <a:latin typeface="Times New Roman"/>
                <a:ea typeface="Times New Roman"/>
              </a:rPr>
              <a:t>2. I built the rigs. </a:t>
            </a:r>
            <a:endParaRPr b="0" lang="en-US" sz="2100" spc="-1" strike="noStrike">
              <a:solidFill>
                <a:srgbClr val="000000"/>
              </a:solidFill>
              <a:latin typeface="Arial"/>
            </a:endParaRPr>
          </a:p>
          <a:p>
            <a:pPr indent="0">
              <a:lnSpc>
                <a:spcPct val="200000"/>
              </a:lnSpc>
              <a:buNone/>
              <a:tabLst>
                <a:tab algn="l" pos="0"/>
              </a:tabLst>
            </a:pPr>
            <a:r>
              <a:rPr b="0" lang="en" sz="2100" spc="-1" strike="noStrike">
                <a:solidFill>
                  <a:srgbClr val="000000"/>
                </a:solidFill>
                <a:latin typeface="Times New Roman"/>
                <a:ea typeface="Times New Roman"/>
              </a:rPr>
              <a:t>3. I put the rigs on the peak of a shed roof. </a:t>
            </a:r>
            <a:endParaRPr b="0" lang="en-US" sz="2100" spc="-1" strike="noStrike">
              <a:solidFill>
                <a:srgbClr val="000000"/>
              </a:solidFill>
              <a:latin typeface="Arial"/>
            </a:endParaRPr>
          </a:p>
          <a:p>
            <a:pPr indent="0">
              <a:lnSpc>
                <a:spcPct val="200000"/>
              </a:lnSpc>
              <a:buNone/>
              <a:tabLst>
                <a:tab algn="l" pos="0"/>
              </a:tabLst>
            </a:pPr>
            <a:r>
              <a:rPr b="0" lang="en" sz="2100" spc="-1" strike="noStrike">
                <a:solidFill>
                  <a:srgbClr val="000000"/>
                </a:solidFill>
                <a:latin typeface="Times New Roman"/>
                <a:ea typeface="Times New Roman"/>
              </a:rPr>
              <a:t>4. I set up the Raspberry Pi and connected it to the cameras and the network.</a:t>
            </a:r>
            <a:endParaRPr b="0" lang="en-US" sz="2100" spc="-1" strike="noStrike">
              <a:solidFill>
                <a:srgbClr val="000000"/>
              </a:solidFill>
              <a:latin typeface="Arial"/>
            </a:endParaRPr>
          </a:p>
          <a:p>
            <a:pPr indent="0">
              <a:lnSpc>
                <a:spcPct val="200000"/>
              </a:lnSpc>
              <a:buNone/>
              <a:tabLst>
                <a:tab algn="l" pos="0"/>
              </a:tabLst>
            </a:pPr>
            <a:r>
              <a:rPr b="0" lang="en" sz="2100" spc="-1" strike="noStrike">
                <a:solidFill>
                  <a:srgbClr val="000000"/>
                </a:solidFill>
                <a:latin typeface="Times New Roman"/>
                <a:ea typeface="Times New Roman"/>
              </a:rPr>
              <a:t>5. I wrote a Python script to take pictures to train my object detection model and ran it.</a:t>
            </a:r>
            <a:endParaRPr b="0" lang="en-US" sz="2100" spc="-1" strike="noStrike">
              <a:solidFill>
                <a:srgbClr val="000000"/>
              </a:solidFill>
              <a:latin typeface="Arial"/>
            </a:endParaRPr>
          </a:p>
          <a:p>
            <a:pPr indent="0">
              <a:lnSpc>
                <a:spcPct val="200000"/>
              </a:lnSpc>
              <a:buNone/>
              <a:tabLst>
                <a:tab algn="l" pos="0"/>
              </a:tabLst>
            </a:pPr>
            <a:endParaRPr b="0" lang="en-US" sz="2100" spc="-1" strike="noStrike">
              <a:solidFill>
                <a:srgbClr val="000000"/>
              </a:solidFill>
              <a:latin typeface="Arial"/>
            </a:endParaRPr>
          </a:p>
        </p:txBody>
      </p:sp>
      <p:sp>
        <p:nvSpPr>
          <p:cNvPr id="108" name="Google Shape;169;p24"/>
          <p:cNvSpPr/>
          <p:nvPr/>
        </p:nvSpPr>
        <p:spPr>
          <a:xfrm>
            <a:off x="4862520" y="831600"/>
            <a:ext cx="2610720" cy="173952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09" name="Google Shape;170;p24"/>
          <p:cNvSpPr/>
          <p:nvPr/>
        </p:nvSpPr>
        <p:spPr>
          <a:xfrm>
            <a:off x="4938480" y="902160"/>
            <a:ext cx="519480" cy="4366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300" spc="-1" strike="noStrike">
                <a:solidFill>
                  <a:srgbClr val="000000"/>
                </a:solidFill>
                <a:highlight>
                  <a:srgbClr val="ffffff"/>
                </a:highlight>
                <a:latin typeface="Times New Roman"/>
                <a:ea typeface="Times New Roman"/>
              </a:rPr>
              <a:t>#3 </a:t>
            </a:r>
            <a:endParaRPr b="0" lang="en-US" sz="2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Procedure</a:t>
            </a:r>
            <a:endParaRPr b="0" lang="en-US" sz="3000" spc="-1" strike="noStrike">
              <a:solidFill>
                <a:srgbClr val="000000"/>
              </a:solidFill>
              <a:latin typeface="Arial"/>
            </a:endParaRPr>
          </a:p>
        </p:txBody>
      </p:sp>
      <p:sp>
        <p:nvSpPr>
          <p:cNvPr id="111" name="PlaceHolder 2"/>
          <p:cNvSpPr>
            <a:spLocks noGrp="1"/>
          </p:cNvSpPr>
          <p:nvPr>
            <p:ph/>
          </p:nvPr>
        </p:nvSpPr>
        <p:spPr>
          <a:xfrm>
            <a:off x="311760" y="1017720"/>
            <a:ext cx="8520120" cy="3338640"/>
          </a:xfrm>
          <a:prstGeom prst="rect">
            <a:avLst/>
          </a:prstGeom>
          <a:noFill/>
          <a:ln w="0">
            <a:noFill/>
          </a:ln>
        </p:spPr>
        <p:txBody>
          <a:bodyPr lIns="91440" rIns="91440" tIns="91440" bIns="91440" anchor="t">
            <a:noAutofit/>
          </a:bodyPr>
          <a:p>
            <a:pPr indent="0">
              <a:lnSpc>
                <a:spcPct val="150000"/>
              </a:lnSpc>
              <a:buNone/>
              <a:tabLst>
                <a:tab algn="l" pos="0"/>
              </a:tabLst>
            </a:pPr>
            <a:r>
              <a:rPr b="0" lang="en" sz="2100" spc="-1" strike="noStrike">
                <a:solidFill>
                  <a:srgbClr val="000000"/>
                </a:solidFill>
                <a:latin typeface="Times New Roman"/>
                <a:ea typeface="Times New Roman"/>
              </a:rPr>
              <a:t>6. I wrote my Python program to use the cameras to detect </a:t>
            </a:r>
            <a:endParaRPr b="0" lang="en-US" sz="2100" spc="-1" strike="noStrike">
              <a:solidFill>
                <a:srgbClr val="000000"/>
              </a:solidFill>
              <a:latin typeface="Arial"/>
            </a:endParaRPr>
          </a:p>
          <a:p>
            <a:pPr indent="0">
              <a:lnSpc>
                <a:spcPct val="150000"/>
              </a:lnSpc>
              <a:buNone/>
              <a:tabLst>
                <a:tab algn="l" pos="0"/>
              </a:tabLst>
            </a:pPr>
            <a:r>
              <a:rPr b="0" lang="en" sz="2100" spc="-1" strike="noStrike">
                <a:solidFill>
                  <a:srgbClr val="000000"/>
                </a:solidFill>
                <a:latin typeface="Times New Roman"/>
                <a:ea typeface="Times New Roman"/>
              </a:rPr>
              <a:t>motion with one camera and precipitation with the other. The motion detection detected motion and counted any areas of motion as a raindrop.</a:t>
            </a:r>
            <a:endParaRPr b="0" lang="en-US" sz="2100" spc="-1" strike="noStrike">
              <a:solidFill>
                <a:srgbClr val="000000"/>
              </a:solidFill>
              <a:latin typeface="Arial"/>
            </a:endParaRPr>
          </a:p>
          <a:p>
            <a:pPr indent="0">
              <a:lnSpc>
                <a:spcPct val="150000"/>
              </a:lnSpc>
              <a:buNone/>
              <a:tabLst>
                <a:tab algn="l" pos="0"/>
              </a:tabLst>
            </a:pPr>
            <a:r>
              <a:rPr b="0" lang="en" sz="2100" spc="-1" strike="noStrike">
                <a:solidFill>
                  <a:srgbClr val="000000"/>
                </a:solidFill>
                <a:latin typeface="Times New Roman"/>
                <a:ea typeface="Times New Roman"/>
              </a:rPr>
              <a:t>7. I trained my YOLO object detection model with pictures of precipitation that I took with my program on my flat platform.</a:t>
            </a:r>
            <a:endParaRPr b="0" lang="en-US" sz="2100" spc="-1" strike="noStrike">
              <a:solidFill>
                <a:srgbClr val="000000"/>
              </a:solidFill>
              <a:latin typeface="Arial"/>
            </a:endParaRPr>
          </a:p>
          <a:p>
            <a:pPr indent="0">
              <a:lnSpc>
                <a:spcPct val="150000"/>
              </a:lnSpc>
              <a:buNone/>
              <a:tabLst>
                <a:tab algn="l" pos="0"/>
              </a:tabLst>
            </a:pPr>
            <a:r>
              <a:rPr b="0" lang="en" sz="2100" spc="-1" strike="noStrike">
                <a:solidFill>
                  <a:srgbClr val="000000"/>
                </a:solidFill>
                <a:latin typeface="Times New Roman"/>
                <a:ea typeface="Times New Roman"/>
              </a:rPr>
              <a:t>8. I ran my program all day and night for eleven days and wrote the output to a CSV file.</a:t>
            </a:r>
            <a:endParaRPr b="0" lang="en-US" sz="2100" spc="-1" strike="noStrike">
              <a:solidFill>
                <a:srgbClr val="000000"/>
              </a:solidFill>
              <a:latin typeface="Arial"/>
            </a:endParaRPr>
          </a:p>
        </p:txBody>
      </p:sp>
      <p:sp>
        <p:nvSpPr>
          <p:cNvPr id="112" name="Google Shape;177;p25"/>
          <p:cNvSpPr/>
          <p:nvPr/>
        </p:nvSpPr>
        <p:spPr>
          <a:xfrm>
            <a:off x="9011520" y="1091520"/>
            <a:ext cx="132120" cy="342720"/>
          </a:xfrm>
          <a:prstGeom prst="rect">
            <a:avLst/>
          </a:prstGeom>
          <a:solidFill>
            <a:schemeClr val="lt1"/>
          </a:solidFill>
          <a:ln w="9525">
            <a:solidFill>
              <a:srgbClr val="ffffff"/>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13" name="Google Shape;178;p25"/>
          <p:cNvSpPr/>
          <p:nvPr/>
        </p:nvSpPr>
        <p:spPr>
          <a:xfrm>
            <a:off x="8463600" y="487440"/>
            <a:ext cx="132120" cy="234720"/>
          </a:xfrm>
          <a:prstGeom prst="rect">
            <a:avLst/>
          </a:prstGeom>
          <a:solidFill>
            <a:schemeClr val="lt1"/>
          </a:solidFill>
          <a:ln w="9525">
            <a:solidFill>
              <a:srgbClr val="ffffff"/>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114" name="Google Shape;179;p25"/>
          <p:cNvSpPr/>
          <p:nvPr/>
        </p:nvSpPr>
        <p:spPr>
          <a:xfrm>
            <a:off x="6905520" y="92880"/>
            <a:ext cx="2009520" cy="150696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15" name="Google Shape;180;p25"/>
          <p:cNvSpPr/>
          <p:nvPr/>
        </p:nvSpPr>
        <p:spPr>
          <a:xfrm>
            <a:off x="6839640" y="205200"/>
            <a:ext cx="492120" cy="42120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100" spc="-1" strike="noStrike">
                <a:solidFill>
                  <a:srgbClr val="000000"/>
                </a:solidFill>
                <a:highlight>
                  <a:srgbClr val="ffffff"/>
                </a:highlight>
                <a:latin typeface="Times New Roman"/>
                <a:ea typeface="Times New Roman"/>
              </a:rPr>
              <a:t>#7</a:t>
            </a: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Pictures</a:t>
            </a:r>
            <a:endParaRPr b="0" lang="en-US" sz="3000" spc="-1" strike="noStrike">
              <a:solidFill>
                <a:srgbClr val="000000"/>
              </a:solidFill>
              <a:latin typeface="Arial"/>
            </a:endParaRPr>
          </a:p>
        </p:txBody>
      </p:sp>
      <p:sp>
        <p:nvSpPr>
          <p:cNvPr id="117" name="PlaceHolder 2"/>
          <p:cNvSpPr>
            <a:spLocks noGrp="1"/>
          </p:cNvSpPr>
          <p:nvPr>
            <p:ph/>
          </p:nvPr>
        </p:nvSpPr>
        <p:spPr>
          <a:xfrm>
            <a:off x="311760" y="1017720"/>
            <a:ext cx="8520120" cy="3338640"/>
          </a:xfrm>
          <a:prstGeom prst="rect">
            <a:avLst/>
          </a:prstGeom>
          <a:noFill/>
          <a:ln w="0">
            <a:noFill/>
          </a:ln>
        </p:spPr>
        <p:txBody>
          <a:bodyPr lIns="91440" rIns="91440" tIns="91440" bIns="91440" anchor="t">
            <a:noAutofit/>
          </a:bodyPr>
          <a:p>
            <a:pPr indent="0">
              <a:lnSpc>
                <a:spcPct val="190000"/>
              </a:lnSpc>
              <a:buNone/>
              <a:tabLst>
                <a:tab algn="l" pos="0"/>
              </a:tabLst>
            </a:pPr>
            <a:r>
              <a:rPr b="0" lang="en" sz="2150" spc="-1" strike="noStrike">
                <a:solidFill>
                  <a:schemeClr val="dk2"/>
                </a:solidFill>
                <a:latin typeface="Times New Roman"/>
                <a:ea typeface="Times New Roman"/>
              </a:rPr>
              <a:t> </a:t>
            </a:r>
            <a:endParaRPr b="0" lang="en-US" sz="2150" spc="-1" strike="noStrike">
              <a:solidFill>
                <a:srgbClr val="000000"/>
              </a:solidFill>
              <a:latin typeface="Arial"/>
            </a:endParaRPr>
          </a:p>
        </p:txBody>
      </p:sp>
      <p:pic>
        <p:nvPicPr>
          <p:cNvPr id="118" name="Google Shape;187;p26" descr=""/>
          <p:cNvPicPr/>
          <p:nvPr/>
        </p:nvPicPr>
        <p:blipFill>
          <a:blip r:embed="rId1"/>
          <a:stretch/>
        </p:blipFill>
        <p:spPr>
          <a:xfrm>
            <a:off x="4028400" y="194400"/>
            <a:ext cx="2769120" cy="1845360"/>
          </a:xfrm>
          <a:prstGeom prst="rect">
            <a:avLst/>
          </a:prstGeom>
          <a:ln w="0">
            <a:noFill/>
          </a:ln>
        </p:spPr>
      </p:pic>
      <p:pic>
        <p:nvPicPr>
          <p:cNvPr id="119" name="Google Shape;188;p26" descr=""/>
          <p:cNvPicPr/>
          <p:nvPr/>
        </p:nvPicPr>
        <p:blipFill>
          <a:blip r:embed="rId2"/>
          <a:srcRect l="34564" t="0" r="0" b="0"/>
          <a:stretch/>
        </p:blipFill>
        <p:spPr>
          <a:xfrm>
            <a:off x="1658160" y="450720"/>
            <a:ext cx="2257200" cy="2299320"/>
          </a:xfrm>
          <a:prstGeom prst="rect">
            <a:avLst/>
          </a:prstGeom>
          <a:ln w="0">
            <a:noFill/>
          </a:ln>
        </p:spPr>
      </p:pic>
      <p:pic>
        <p:nvPicPr>
          <p:cNvPr id="120" name="Google Shape;189;p26" descr=""/>
          <p:cNvPicPr/>
          <p:nvPr/>
        </p:nvPicPr>
        <p:blipFill>
          <a:blip r:embed="rId3"/>
          <a:stretch/>
        </p:blipFill>
        <p:spPr>
          <a:xfrm>
            <a:off x="5534640" y="2173680"/>
            <a:ext cx="2967120" cy="1977480"/>
          </a:xfrm>
          <a:prstGeom prst="rect">
            <a:avLst/>
          </a:prstGeom>
          <a:ln w="0">
            <a:noFill/>
          </a:ln>
        </p:spPr>
      </p:pic>
      <p:sp>
        <p:nvSpPr>
          <p:cNvPr id="121" name="Google Shape;190;p26"/>
          <p:cNvSpPr/>
          <p:nvPr/>
        </p:nvSpPr>
        <p:spPr>
          <a:xfrm>
            <a:off x="1012320" y="1368000"/>
            <a:ext cx="533160" cy="46476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700" spc="-1" strike="noStrike">
                <a:solidFill>
                  <a:srgbClr val="0000ff"/>
                </a:solidFill>
                <a:latin typeface="Times New Roman"/>
                <a:ea typeface="Times New Roman"/>
              </a:rPr>
              <a:t>#1</a:t>
            </a:r>
            <a:endParaRPr b="0" lang="en-US" sz="2700" spc="-1" strike="noStrike">
              <a:solidFill>
                <a:srgbClr val="000000"/>
              </a:solidFill>
              <a:latin typeface="Arial"/>
            </a:endParaRPr>
          </a:p>
        </p:txBody>
      </p:sp>
      <p:sp>
        <p:nvSpPr>
          <p:cNvPr id="122" name="Google Shape;191;p26"/>
          <p:cNvSpPr/>
          <p:nvPr/>
        </p:nvSpPr>
        <p:spPr>
          <a:xfrm>
            <a:off x="6910200" y="525240"/>
            <a:ext cx="53316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700" spc="-1" strike="noStrike">
                <a:solidFill>
                  <a:srgbClr val="0000ff"/>
                </a:solidFill>
                <a:latin typeface="Times New Roman"/>
                <a:ea typeface="Times New Roman"/>
              </a:rPr>
              <a:t>#2</a:t>
            </a:r>
            <a:endParaRPr b="0" lang="en-US" sz="2700" spc="-1" strike="noStrike">
              <a:solidFill>
                <a:srgbClr val="000000"/>
              </a:solidFill>
              <a:latin typeface="Arial"/>
            </a:endParaRPr>
          </a:p>
        </p:txBody>
      </p:sp>
      <p:sp>
        <p:nvSpPr>
          <p:cNvPr id="123" name="Google Shape;192;p26"/>
          <p:cNvSpPr/>
          <p:nvPr/>
        </p:nvSpPr>
        <p:spPr>
          <a:xfrm>
            <a:off x="0" y="2721960"/>
            <a:ext cx="533160" cy="6073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700" spc="-1" strike="noStrike">
                <a:solidFill>
                  <a:srgbClr val="0000ff"/>
                </a:solidFill>
                <a:latin typeface="Times New Roman"/>
                <a:ea typeface="Times New Roman"/>
              </a:rPr>
              <a:t>#3</a:t>
            </a:r>
            <a:endParaRPr b="0" lang="en-US" sz="2700" spc="-1" strike="noStrike">
              <a:solidFill>
                <a:srgbClr val="000000"/>
              </a:solidFill>
              <a:latin typeface="Arial"/>
            </a:endParaRPr>
          </a:p>
        </p:txBody>
      </p:sp>
      <p:sp>
        <p:nvSpPr>
          <p:cNvPr id="124" name="Google Shape;193;p26"/>
          <p:cNvSpPr/>
          <p:nvPr/>
        </p:nvSpPr>
        <p:spPr>
          <a:xfrm>
            <a:off x="7858800" y="1547280"/>
            <a:ext cx="642600" cy="492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n" sz="2700" spc="-1" strike="noStrike">
                <a:solidFill>
                  <a:srgbClr val="0000ff"/>
                </a:solidFill>
                <a:latin typeface="Times New Roman"/>
                <a:ea typeface="Times New Roman"/>
              </a:rPr>
              <a:t>#4</a:t>
            </a:r>
            <a:endParaRPr b="0" lang="en-US" sz="2700" spc="-1" strike="noStrike">
              <a:solidFill>
                <a:srgbClr val="000000"/>
              </a:solidFill>
              <a:latin typeface="Arial"/>
            </a:endParaRPr>
          </a:p>
        </p:txBody>
      </p:sp>
      <p:pic>
        <p:nvPicPr>
          <p:cNvPr id="125" name="Google Shape;194;p26" descr=""/>
          <p:cNvPicPr/>
          <p:nvPr/>
        </p:nvPicPr>
        <p:blipFill>
          <a:blip r:embed="rId4"/>
          <a:stretch/>
        </p:blipFill>
        <p:spPr>
          <a:xfrm>
            <a:off x="595080" y="2953800"/>
            <a:ext cx="4670640" cy="184536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Flowchart</a:t>
            </a:r>
            <a:endParaRPr b="0" lang="en-US" sz="3000" spc="-1" strike="noStrike">
              <a:solidFill>
                <a:srgbClr val="000000"/>
              </a:solidFill>
              <a:latin typeface="Arial"/>
            </a:endParaRPr>
          </a:p>
        </p:txBody>
      </p:sp>
      <p:sp>
        <p:nvSpPr>
          <p:cNvPr id="127"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lnSpc>
                <a:spcPct val="115000"/>
              </a:lnSpc>
              <a:spcAft>
                <a:spcPts val="1199"/>
              </a:spcAft>
              <a:buNone/>
              <a:tabLst>
                <a:tab algn="l" pos="0"/>
              </a:tabLst>
            </a:pPr>
            <a:r>
              <a:rPr b="0" lang="en" sz="2100" spc="-1" strike="noStrike">
                <a:solidFill>
                  <a:schemeClr val="dk2"/>
                </a:solidFill>
                <a:latin typeface="Times New Roman"/>
                <a:ea typeface="Times New Roman"/>
              </a:rPr>
              <a:t> </a:t>
            </a:r>
            <a:endParaRPr b="0" lang="en-US" sz="2100" spc="-1" strike="noStrike">
              <a:solidFill>
                <a:srgbClr val="000000"/>
              </a:solidFill>
              <a:latin typeface="Arial"/>
            </a:endParaRPr>
          </a:p>
        </p:txBody>
      </p:sp>
      <p:pic>
        <p:nvPicPr>
          <p:cNvPr id="128" name="Google Shape;201;p27" descr=""/>
          <p:cNvPicPr/>
          <p:nvPr/>
        </p:nvPicPr>
        <p:blipFill>
          <a:blip r:embed="rId1"/>
          <a:stretch/>
        </p:blipFill>
        <p:spPr>
          <a:xfrm>
            <a:off x="185760" y="1138320"/>
            <a:ext cx="8772120" cy="2866680"/>
          </a:xfrm>
          <a:prstGeom prst="rect">
            <a:avLst/>
          </a:prstGeom>
          <a:ln w="0">
            <a:noFill/>
          </a:ln>
        </p:spPr>
      </p:pic>
      <p:sp>
        <p:nvSpPr>
          <p:cNvPr id="129" name="Google Shape;202;p27"/>
          <p:cNvSpPr/>
          <p:nvPr/>
        </p:nvSpPr>
        <p:spPr>
          <a:xfrm>
            <a:off x="5688720" y="3625920"/>
            <a:ext cx="25920" cy="22680"/>
          </a:xfrm>
          <a:prstGeom prst="rect">
            <a:avLst/>
          </a:prstGeom>
          <a:solidFill>
            <a:schemeClr val="lt1"/>
          </a:solidFill>
          <a:ln w="9525">
            <a:solidFill>
              <a:srgbClr val="ffffff"/>
            </a:solidFill>
            <a:round/>
          </a:ln>
        </p:spPr>
        <p:style>
          <a:lnRef idx="0"/>
          <a:fillRef idx="0"/>
          <a:effectRef idx="0"/>
          <a:fontRef idx="minor"/>
        </p:style>
        <p:txBody>
          <a:bodyPr tIns="11520" bIns="11520" anchor="ctr">
            <a:noAutofit/>
          </a:bodyPr>
          <a:p>
            <a:pPr algn="ctr">
              <a:lnSpc>
                <a:spcPct val="100000"/>
              </a:lnSpc>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YOLO Object Detection Logic</a:t>
            </a:r>
            <a:endParaRPr b="0" lang="en-US" sz="3000" spc="-1" strike="noStrike">
              <a:solidFill>
                <a:srgbClr val="000000"/>
              </a:solidFill>
              <a:latin typeface="Arial"/>
            </a:endParaRPr>
          </a:p>
        </p:txBody>
      </p:sp>
      <p:sp>
        <p:nvSpPr>
          <p:cNvPr id="131" name="PlaceHolder 2"/>
          <p:cNvSpPr>
            <a:spLocks noGrp="1"/>
          </p:cNvSpPr>
          <p:nvPr>
            <p:ph/>
          </p:nvPr>
        </p:nvSpPr>
        <p:spPr>
          <a:xfrm>
            <a:off x="311760" y="889200"/>
            <a:ext cx="8520120" cy="3966840"/>
          </a:xfrm>
          <a:prstGeom prst="rect">
            <a:avLst/>
          </a:prstGeom>
          <a:noFill/>
          <a:ln w="0">
            <a:noFill/>
          </a:ln>
        </p:spPr>
        <p:txBody>
          <a:bodyPr lIns="91440" rIns="91440" tIns="91440" bIns="91440" anchor="t">
            <a:noAutofit/>
          </a:bodyPr>
          <a:p>
            <a:pPr indent="0">
              <a:lnSpc>
                <a:spcPct val="80000"/>
              </a:lnSpc>
              <a:buNone/>
              <a:tabLst>
                <a:tab algn="l" pos="0"/>
              </a:tabLst>
            </a:pPr>
            <a:r>
              <a:rPr b="0" lang="en" sz="1030" spc="-1" strike="noStrike">
                <a:solidFill>
                  <a:srgbClr val="000000"/>
                </a:solidFill>
                <a:latin typeface="PT Mono"/>
                <a:ea typeface="PT Mono"/>
              </a:rPr>
              <a:t>1 results = rainmodel.predict(source=frameyolo, stream=True, conf=0.7, verbose=False)</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2 confidence = ''</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3 class_name = ''</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4 class_name_conf = ''</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5 for result in results:</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6     # The 'plot()' method automatically draws </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7     # the bounding boxes and labels on the frame</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8     yolo_frame = result.plot() </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9     boxes = result.boxes</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10    for box in boxes:</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11        class_id = int(box.cls[0])</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12        class_name = str(rainmodel.names[class_id])</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13        confidence = str(float(box.conf[0]))</a:t>
            </a:r>
            <a:endParaRPr b="0" lang="en-US" sz="1030" spc="-1" strike="noStrike">
              <a:solidFill>
                <a:srgbClr val="000000"/>
              </a:solidFill>
              <a:latin typeface="Arial"/>
            </a:endParaRPr>
          </a:p>
          <a:p>
            <a:pPr indent="0">
              <a:lnSpc>
                <a:spcPct val="80000"/>
              </a:lnSpc>
              <a:spcBef>
                <a:spcPts val="1199"/>
              </a:spcBef>
              <a:buNone/>
              <a:tabLst>
                <a:tab algn="l" pos="0"/>
              </a:tabLst>
            </a:pPr>
            <a:r>
              <a:rPr b="0" lang="en" sz="1030" spc="-1" strike="noStrike">
                <a:solidFill>
                  <a:srgbClr val="000000"/>
                </a:solidFill>
                <a:latin typeface="PT Mono"/>
                <a:ea typeface="PT Mono"/>
              </a:rPr>
              <a:t>14        class_name_confidence = class_name_confidence + class_name + ':' </a:t>
            </a:r>
            <a:endParaRPr b="0" lang="en-US" sz="1030" spc="-1" strike="noStrike">
              <a:solidFill>
                <a:srgbClr val="000000"/>
              </a:solidFill>
              <a:latin typeface="Arial"/>
            </a:endParaRPr>
          </a:p>
          <a:p>
            <a:pPr indent="0">
              <a:lnSpc>
                <a:spcPct val="80000"/>
              </a:lnSpc>
              <a:spcBef>
                <a:spcPts val="99"/>
              </a:spcBef>
              <a:buNone/>
              <a:tabLst>
                <a:tab algn="l" pos="0"/>
              </a:tabLst>
            </a:pPr>
            <a:r>
              <a:rPr b="0" lang="en" sz="1030" spc="-1" strike="noStrike">
                <a:solidFill>
                  <a:srgbClr val="000000"/>
                </a:solidFill>
                <a:latin typeface="PT Mono"/>
                <a:ea typeface="PT Mono"/>
              </a:rPr>
              <a:t>                </a:t>
            </a:r>
            <a:r>
              <a:rPr b="0" lang="en" sz="1030" spc="-1" strike="noStrike">
                <a:solidFill>
                  <a:srgbClr val="000000"/>
                </a:solidFill>
                <a:latin typeface="PT Mono"/>
                <a:ea typeface="PT Mono"/>
              </a:rPr>
              <a:t>+ confidence + ' '</a:t>
            </a:r>
            <a:endParaRPr b="0" lang="en-US" sz="1030" spc="-1" strike="noStrike">
              <a:solidFill>
                <a:srgbClr val="000000"/>
              </a:solidFill>
              <a:latin typeface="Arial"/>
            </a:endParaRPr>
          </a:p>
          <a:p>
            <a:pPr indent="0">
              <a:lnSpc>
                <a:spcPct val="80000"/>
              </a:lnSpc>
              <a:spcAft>
                <a:spcPts val="1199"/>
              </a:spcAft>
              <a:buNone/>
              <a:tabLst>
                <a:tab algn="l" pos="0"/>
              </a:tabLst>
            </a:pPr>
            <a:endParaRPr b="0" lang="en-US" sz="1030" spc="-1" strike="noStrike">
              <a:solidFill>
                <a:srgbClr val="000000"/>
              </a:solidFill>
              <a:latin typeface="Arial"/>
            </a:endParaRPr>
          </a:p>
        </p:txBody>
      </p:sp>
      <p:sp>
        <p:nvSpPr>
          <p:cNvPr id="132" name="Google Shape;209;p28"/>
          <p:cNvSpPr/>
          <p:nvPr/>
        </p:nvSpPr>
        <p:spPr>
          <a:xfrm>
            <a:off x="6000480" y="1586880"/>
            <a:ext cx="2831400" cy="1312920"/>
          </a:xfrm>
          <a:prstGeom prst="rect">
            <a:avLst/>
          </a:prstGeom>
          <a:noFill/>
          <a:ln w="0">
            <a:noFill/>
          </a:ln>
        </p:spPr>
        <p:style>
          <a:lnRef idx="0"/>
          <a:fillRef idx="0"/>
          <a:effectRef idx="0"/>
          <a:fontRef idx="minor"/>
        </p:style>
        <p:txBody>
          <a:bodyPr tIns="91440" bIns="91440" anchor="t">
            <a:noAutofit/>
          </a:bodyPr>
          <a:p>
            <a:pPr>
              <a:lnSpc>
                <a:spcPct val="80000"/>
              </a:lnSpc>
              <a:tabLst>
                <a:tab algn="l" pos="0"/>
              </a:tabLst>
            </a:pPr>
            <a:r>
              <a:rPr b="0" lang="en" sz="1700" spc="-1" strike="noStrike">
                <a:solidFill>
                  <a:srgbClr val="000000"/>
                </a:solidFill>
                <a:latin typeface="Times New Roman"/>
                <a:ea typeface="Times New Roman"/>
              </a:rPr>
              <a:t>Example Output:</a:t>
            </a:r>
            <a:endParaRPr b="0" lang="en-US" sz="1700" spc="-1" strike="noStrike">
              <a:solidFill>
                <a:srgbClr val="000000"/>
              </a:solidFill>
              <a:latin typeface="Arial"/>
            </a:endParaRPr>
          </a:p>
          <a:p>
            <a:pPr>
              <a:lnSpc>
                <a:spcPct val="80000"/>
              </a:lnSpc>
              <a:spcBef>
                <a:spcPts val="1199"/>
              </a:spcBef>
              <a:tabLst>
                <a:tab algn="l" pos="0"/>
              </a:tabLst>
            </a:pPr>
            <a:r>
              <a:rPr b="0" lang="en" sz="1700" spc="-1" strike="noStrike">
                <a:solidFill>
                  <a:srgbClr val="000000"/>
                </a:solidFill>
                <a:latin typeface="Times New Roman"/>
                <a:ea typeface="Times New Roman"/>
              </a:rPr>
              <a:t>class_name_confidence =</a:t>
            </a:r>
            <a:endParaRPr b="0" lang="en-US" sz="1700" spc="-1" strike="noStrike">
              <a:solidFill>
                <a:srgbClr val="000000"/>
              </a:solidFill>
              <a:latin typeface="Arial"/>
            </a:endParaRPr>
          </a:p>
          <a:p>
            <a:pPr>
              <a:lnSpc>
                <a:spcPct val="80000"/>
              </a:lnSpc>
              <a:spcBef>
                <a:spcPts val="1199"/>
              </a:spcBef>
              <a:spcAft>
                <a:spcPts val="1199"/>
              </a:spcAft>
              <a:tabLst>
                <a:tab algn="l" pos="0"/>
              </a:tabLst>
            </a:pPr>
            <a:r>
              <a:rPr b="0" lang="en" sz="1700" spc="-1" strike="noStrike">
                <a:solidFill>
                  <a:srgbClr val="000000"/>
                </a:solidFill>
                <a:latin typeface="Times New Roman"/>
                <a:ea typeface="Times New Roman"/>
              </a:rPr>
              <a:t>‘</a:t>
            </a:r>
            <a:r>
              <a:rPr b="0" lang="en" sz="1700" spc="-1" strike="noStrike">
                <a:solidFill>
                  <a:srgbClr val="000000"/>
                </a:solidFill>
                <a:latin typeface="Times New Roman"/>
                <a:ea typeface="Times New Roman"/>
              </a:rPr>
              <a:t>rain:0.7154446244239807’</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endParaRPr b="0" lang="en-US" sz="3000" spc="-1" strike="noStrike">
              <a:solidFill>
                <a:schemeClr val="dk1"/>
              </a:solidFill>
              <a:latin typeface="Times New Roman"/>
              <a:ea typeface="Times New Roman"/>
            </a:endParaRPr>
          </a:p>
        </p:txBody>
      </p:sp>
      <p:sp>
        <p:nvSpPr>
          <p:cNvPr id="134"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spcBef>
                <a:spcPts val="1417"/>
              </a:spcBef>
              <a:buNone/>
            </a:pPr>
            <a:endParaRPr b="0" lang="en-US" sz="2100" spc="-1" strike="noStrike">
              <a:solidFill>
                <a:schemeClr val="dk2"/>
              </a:solidFill>
              <a:latin typeface="Times New Roman"/>
              <a:ea typeface="Times New Roman"/>
            </a:endParaRPr>
          </a:p>
        </p:txBody>
      </p:sp>
      <p:pic>
        <p:nvPicPr>
          <p:cNvPr id="135" name="Google Shape;216;p29" descr=""/>
          <p:cNvPicPr/>
          <p:nvPr/>
        </p:nvPicPr>
        <p:blipFill>
          <a:blip r:embed="rId1"/>
          <a:stretch/>
        </p:blipFill>
        <p:spPr>
          <a:xfrm>
            <a:off x="0" y="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endParaRPr b="0" lang="en-US" sz="3000" spc="-1" strike="noStrike">
              <a:solidFill>
                <a:schemeClr val="dk1"/>
              </a:solidFill>
              <a:latin typeface="Times New Roman"/>
              <a:ea typeface="Times New Roman"/>
            </a:endParaRPr>
          </a:p>
        </p:txBody>
      </p:sp>
      <p:sp>
        <p:nvSpPr>
          <p:cNvPr id="137"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spcBef>
                <a:spcPts val="1417"/>
              </a:spcBef>
              <a:buNone/>
            </a:pPr>
            <a:endParaRPr b="0" lang="en-US" sz="2100" spc="-1" strike="noStrike">
              <a:solidFill>
                <a:schemeClr val="dk2"/>
              </a:solidFill>
              <a:latin typeface="Times New Roman"/>
              <a:ea typeface="Times New Roman"/>
            </a:endParaRPr>
          </a:p>
        </p:txBody>
      </p:sp>
      <p:pic>
        <p:nvPicPr>
          <p:cNvPr id="138" name="Google Shape;223;p30" descr=""/>
          <p:cNvPicPr/>
          <p:nvPr/>
        </p:nvPicPr>
        <p:blipFill>
          <a:blip r:embed="rId1"/>
          <a:stretch/>
        </p:blipFill>
        <p:spPr>
          <a:xfrm>
            <a:off x="0" y="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buNone/>
            </a:pPr>
            <a:endParaRPr b="0" lang="en-US" sz="3000" spc="-1" strike="noStrike">
              <a:solidFill>
                <a:schemeClr val="dk1"/>
              </a:solidFill>
              <a:latin typeface="Times New Roman"/>
              <a:ea typeface="Times New Roman"/>
            </a:endParaRPr>
          </a:p>
        </p:txBody>
      </p:sp>
      <p:sp>
        <p:nvSpPr>
          <p:cNvPr id="140"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indent="0">
              <a:spcBef>
                <a:spcPts val="1417"/>
              </a:spcBef>
              <a:buNone/>
            </a:pPr>
            <a:endParaRPr b="0" lang="en-US" sz="2100" spc="-1" strike="noStrike">
              <a:solidFill>
                <a:schemeClr val="dk2"/>
              </a:solidFill>
              <a:latin typeface="Times New Roman"/>
              <a:ea typeface="Times New Roman"/>
            </a:endParaRPr>
          </a:p>
        </p:txBody>
      </p:sp>
      <p:pic>
        <p:nvPicPr>
          <p:cNvPr id="141" name="Google Shape;230;p31" descr=""/>
          <p:cNvPicPr/>
          <p:nvPr/>
        </p:nvPicPr>
        <p:blipFill>
          <a:blip r:embed="rId1"/>
          <a:stretch/>
        </p:blipFill>
        <p:spPr>
          <a:xfrm>
            <a:off x="0" y="0"/>
            <a:ext cx="9143640" cy="51429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Conclusion</a:t>
            </a:r>
            <a:endParaRPr b="0" lang="en-US" sz="3000" spc="-1" strike="noStrike">
              <a:solidFill>
                <a:srgbClr val="000000"/>
              </a:solidFill>
              <a:latin typeface="Arial"/>
            </a:endParaRPr>
          </a:p>
        </p:txBody>
      </p:sp>
      <p:sp>
        <p:nvSpPr>
          <p:cNvPr id="143" name="PlaceHolder 2"/>
          <p:cNvSpPr>
            <a:spLocks noGrp="1"/>
          </p:cNvSpPr>
          <p:nvPr>
            <p:ph/>
          </p:nvPr>
        </p:nvSpPr>
        <p:spPr>
          <a:xfrm>
            <a:off x="311760" y="1017720"/>
            <a:ext cx="8520120" cy="3338640"/>
          </a:xfrm>
          <a:prstGeom prst="rect">
            <a:avLst/>
          </a:prstGeom>
          <a:noFill/>
          <a:ln w="0">
            <a:noFill/>
          </a:ln>
        </p:spPr>
        <p:txBody>
          <a:bodyPr lIns="91440" rIns="91440" tIns="91440" bIns="91440" anchor="t">
            <a:noAutofit/>
          </a:bodyPr>
          <a:p>
            <a:pPr indent="0">
              <a:lnSpc>
                <a:spcPct val="150000"/>
              </a:lnSpc>
              <a:buNone/>
              <a:tabLst>
                <a:tab algn="l" pos="0"/>
              </a:tabLst>
            </a:pPr>
            <a:r>
              <a:rPr b="0" lang="en" sz="2100" spc="-1" strike="noStrike">
                <a:solidFill>
                  <a:srgbClr val="000000"/>
                </a:solidFill>
                <a:latin typeface="Times New Roman"/>
                <a:ea typeface="Times New Roman"/>
              </a:rPr>
              <a:t>In conclusion, I was able to complete my objective. I was able to obtain output from my program that was reasonable. The program was able to detect when precipitation was on the flat platform and the density of the precipitation. The smallness of the raindrop detecting area may have affected the accuracy of the data.</a:t>
            </a:r>
            <a:endParaRPr b="0" lang="en-US" sz="2100" spc="-1" strike="noStrike">
              <a:solidFill>
                <a:srgbClr val="000000"/>
              </a:solidFill>
              <a:latin typeface="Arial"/>
            </a:endParaRPr>
          </a:p>
        </p:txBody>
      </p:sp>
      <p:grpSp>
        <p:nvGrpSpPr>
          <p:cNvPr id="144" name="Google Shape;237;p32"/>
          <p:cNvGrpSpPr/>
          <p:nvPr/>
        </p:nvGrpSpPr>
        <p:grpSpPr>
          <a:xfrm>
            <a:off x="4033080" y="3105360"/>
            <a:ext cx="2229480" cy="1631520"/>
            <a:chOff x="4033080" y="3105360"/>
            <a:chExt cx="2229480" cy="1631520"/>
          </a:xfrm>
        </p:grpSpPr>
        <p:pic>
          <p:nvPicPr>
            <p:cNvPr id="145" name="Google Shape;238;p32" descr=""/>
            <p:cNvPicPr/>
            <p:nvPr/>
          </p:nvPicPr>
          <p:blipFill>
            <a:blip r:embed="rId1"/>
            <a:srcRect l="27442" t="24994" r="26285" b="24197"/>
            <a:stretch/>
          </p:blipFill>
          <p:spPr>
            <a:xfrm>
              <a:off x="4033080" y="3105360"/>
              <a:ext cx="2229480" cy="1631520"/>
            </a:xfrm>
            <a:prstGeom prst="rect">
              <a:avLst/>
            </a:prstGeom>
            <a:ln w="0">
              <a:noFill/>
            </a:ln>
          </p:spPr>
        </p:pic>
        <p:cxnSp>
          <p:nvCxnSpPr>
            <p:cNvPr id="146" name="Google Shape;239;p32"/>
            <p:cNvCxnSpPr/>
            <p:nvPr/>
          </p:nvCxnSpPr>
          <p:spPr>
            <a:xfrm>
              <a:off x="4614120" y="3528000"/>
              <a:ext cx="769680" cy="722880"/>
            </a:xfrm>
            <a:prstGeom prst="straightConnector1">
              <a:avLst/>
            </a:prstGeom>
            <a:ln w="43725">
              <a:solidFill>
                <a:srgbClr val="ff0000"/>
              </a:solidFill>
              <a:round/>
            </a:ln>
          </p:spPr>
        </p:cxnSp>
        <p:sp>
          <p:nvSpPr>
            <p:cNvPr id="147" name="Google Shape;240;p32"/>
            <p:cNvSpPr/>
            <p:nvPr/>
          </p:nvSpPr>
          <p:spPr>
            <a:xfrm>
              <a:off x="5069520" y="3591000"/>
              <a:ext cx="973080" cy="697320"/>
            </a:xfrm>
            <a:prstGeom prst="rect">
              <a:avLst/>
            </a:prstGeom>
            <a:noFill/>
            <a:ln w="0">
              <a:noFill/>
            </a:ln>
          </p:spPr>
          <p:style>
            <a:lnRef idx="0"/>
            <a:fillRef idx="0"/>
            <a:effectRef idx="0"/>
            <a:fontRef idx="minor"/>
          </p:style>
          <p:txBody>
            <a:bodyPr lIns="105120" rIns="105120" tIns="105120" bIns="105120" anchor="t">
              <a:noAutofit/>
            </a:bodyPr>
            <a:p>
              <a:pPr>
                <a:lnSpc>
                  <a:spcPct val="100000"/>
                </a:lnSpc>
                <a:tabLst>
                  <a:tab algn="l" pos="0"/>
                </a:tabLst>
              </a:pPr>
              <a:r>
                <a:rPr b="0" lang="en" sz="2180" spc="-1" strike="noStrike">
                  <a:solidFill>
                    <a:srgbClr val="ff0000"/>
                  </a:solidFill>
                  <a:latin typeface="Times New Roman"/>
                  <a:ea typeface="Times New Roman"/>
                </a:rPr>
                <a:t>20cm</a:t>
              </a:r>
              <a:endParaRPr b="0" lang="en-US" sz="2180" spc="-1" strike="noStrike">
                <a:solidFill>
                  <a:srgbClr val="000000"/>
                </a:solidFill>
                <a:latin typeface="Arial"/>
              </a:endParaRPr>
            </a:p>
          </p:txBody>
        </p:sp>
      </p:gr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Importance</a:t>
            </a:r>
            <a:endParaRPr b="0" lang="en-US" sz="3000" spc="-1" strike="noStrike">
              <a:solidFill>
                <a:srgbClr val="000000"/>
              </a:solidFill>
              <a:latin typeface="Arial"/>
            </a:endParaRPr>
          </a:p>
        </p:txBody>
      </p:sp>
      <p:sp>
        <p:nvSpPr>
          <p:cNvPr id="149" name="PlaceHolder 2"/>
          <p:cNvSpPr>
            <a:spLocks noGrp="1"/>
          </p:cNvSpPr>
          <p:nvPr>
            <p:ph/>
          </p:nvPr>
        </p:nvSpPr>
        <p:spPr>
          <a:xfrm>
            <a:off x="311760" y="1229760"/>
            <a:ext cx="8520120" cy="3338640"/>
          </a:xfrm>
          <a:prstGeom prst="rect">
            <a:avLst/>
          </a:prstGeom>
          <a:noFill/>
          <a:ln w="0">
            <a:noFill/>
          </a:ln>
        </p:spPr>
        <p:txBody>
          <a:bodyPr lIns="91440" rIns="91440" tIns="91440" bIns="91440" anchor="t">
            <a:normAutofit/>
          </a:bodyPr>
          <a:p>
            <a:pPr marL="457200" indent="-361800">
              <a:lnSpc>
                <a:spcPct val="150000"/>
              </a:lnSpc>
              <a:buClr>
                <a:srgbClr val="000000"/>
              </a:buClr>
              <a:buFont typeface="Times New Roman"/>
              <a:buChar char="●"/>
            </a:pPr>
            <a:r>
              <a:rPr b="0" lang="en" sz="2100" spc="-1" strike="noStrike">
                <a:solidFill>
                  <a:srgbClr val="000000"/>
                </a:solidFill>
                <a:latin typeface="Times New Roman"/>
                <a:ea typeface="Times New Roman"/>
              </a:rPr>
              <a:t>This is important because people can know the density of the falling raindrops, or how hard it is raining outside.</a:t>
            </a:r>
            <a:endParaRPr b="0" lang="en-US" sz="2100" spc="-1" strike="noStrike">
              <a:solidFill>
                <a:srgbClr val="000000"/>
              </a:solidFill>
              <a:latin typeface="Arial"/>
            </a:endParaRPr>
          </a:p>
          <a:p>
            <a:pPr marL="457200" indent="-361800">
              <a:lnSpc>
                <a:spcPct val="150000"/>
              </a:lnSpc>
              <a:buClr>
                <a:srgbClr val="000000"/>
              </a:buClr>
              <a:buFont typeface="Times New Roman"/>
              <a:buChar char="●"/>
            </a:pPr>
            <a:r>
              <a:rPr b="0" lang="en" sz="2100" spc="-1" strike="noStrike">
                <a:solidFill>
                  <a:srgbClr val="000000"/>
                </a:solidFill>
                <a:latin typeface="Times New Roman"/>
                <a:ea typeface="Times New Roman"/>
              </a:rPr>
              <a:t>This could be a good start on a more complicated computer vision program, as I now know how to use motion detection and YOLO.</a:t>
            </a:r>
            <a:endParaRPr b="0" lang="en-US" sz="2100" spc="-1" strike="noStrike">
              <a:solidFill>
                <a:srgbClr val="000000"/>
              </a:solidFill>
              <a:latin typeface="Arial"/>
            </a:endParaRPr>
          </a:p>
        </p:txBody>
      </p:sp>
      <p:sp>
        <p:nvSpPr>
          <p:cNvPr id="150" name="Google Shape;247;p33"/>
          <p:cNvSpPr/>
          <p:nvPr/>
        </p:nvSpPr>
        <p:spPr>
          <a:xfrm>
            <a:off x="1446840" y="3263760"/>
            <a:ext cx="2304720" cy="153576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151" name="Google Shape;248;p33"/>
          <p:cNvSpPr/>
          <p:nvPr/>
        </p:nvSpPr>
        <p:spPr>
          <a:xfrm>
            <a:off x="4110480" y="3264840"/>
            <a:ext cx="2304720" cy="1533600"/>
          </a:xfrm>
          <a:prstGeom prst="flowChartAlternateProcess">
            <a:avLst/>
          </a:prstGeom>
          <a:blipFill rotWithShape="0">
            <a:blip r:embed="rId2"/>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Furthering my Project</a:t>
            </a:r>
            <a:endParaRPr b="0" lang="en-US" sz="3000" spc="-1" strike="noStrike">
              <a:solidFill>
                <a:srgbClr val="000000"/>
              </a:solidFill>
              <a:latin typeface="Arial"/>
            </a:endParaRPr>
          </a:p>
        </p:txBody>
      </p:sp>
      <p:sp>
        <p:nvSpPr>
          <p:cNvPr id="153" name="PlaceHolder 2"/>
          <p:cNvSpPr>
            <a:spLocks noGrp="1"/>
          </p:cNvSpPr>
          <p:nvPr>
            <p:ph/>
          </p:nvPr>
        </p:nvSpPr>
        <p:spPr>
          <a:xfrm>
            <a:off x="311760" y="1229760"/>
            <a:ext cx="8520120" cy="3338640"/>
          </a:xfrm>
          <a:prstGeom prst="rect">
            <a:avLst/>
          </a:prstGeom>
          <a:noFill/>
          <a:ln w="0">
            <a:noFill/>
          </a:ln>
        </p:spPr>
        <p:txBody>
          <a:bodyPr lIns="91440" rIns="91440" tIns="91440" bIns="91440" anchor="t">
            <a:noAutofit/>
          </a:bodyPr>
          <a:p>
            <a:pPr marL="457200" indent="-354240">
              <a:lnSpc>
                <a:spcPct val="150000"/>
              </a:lnSpc>
              <a:buClr>
                <a:srgbClr val="000000"/>
              </a:buClr>
              <a:buFont typeface="Times New Roman"/>
              <a:buChar char="●"/>
            </a:pPr>
            <a:r>
              <a:rPr b="0" lang="en" sz="1979" spc="-1" strike="noStrike">
                <a:solidFill>
                  <a:srgbClr val="000000"/>
                </a:solidFill>
                <a:latin typeface="Times New Roman"/>
                <a:ea typeface="Times New Roman"/>
              </a:rPr>
              <a:t>I would enlarge the raindrop detecting area for more accurate results.</a:t>
            </a:r>
            <a:endParaRPr b="0" lang="en-US" sz="1979" spc="-1" strike="noStrike">
              <a:solidFill>
                <a:srgbClr val="000000"/>
              </a:solidFill>
              <a:latin typeface="Arial"/>
            </a:endParaRPr>
          </a:p>
          <a:p>
            <a:pPr marL="457200" indent="-354240">
              <a:lnSpc>
                <a:spcPct val="150000"/>
              </a:lnSpc>
              <a:buClr>
                <a:srgbClr val="000000"/>
              </a:buClr>
              <a:buFont typeface="Times New Roman"/>
              <a:buChar char="●"/>
            </a:pPr>
            <a:r>
              <a:rPr b="0" lang="en" sz="1979" spc="-1" strike="noStrike">
                <a:solidFill>
                  <a:srgbClr val="000000"/>
                </a:solidFill>
                <a:latin typeface="Times New Roman"/>
                <a:ea typeface="Times New Roman"/>
              </a:rPr>
              <a:t>I would train my YOLO model to detect hail, so that it could warn people when it was hailing. </a:t>
            </a:r>
            <a:endParaRPr b="0" lang="en-US" sz="1979" spc="-1" strike="noStrike">
              <a:solidFill>
                <a:srgbClr val="000000"/>
              </a:solidFill>
              <a:latin typeface="Arial"/>
            </a:endParaRPr>
          </a:p>
          <a:p>
            <a:pPr marL="457200" indent="-354240">
              <a:lnSpc>
                <a:spcPct val="150000"/>
              </a:lnSpc>
              <a:buClr>
                <a:srgbClr val="000000"/>
              </a:buClr>
              <a:buFont typeface="Times New Roman"/>
              <a:buChar char="●"/>
            </a:pPr>
            <a:r>
              <a:rPr b="0" lang="en" sz="1979" spc="-1" strike="noStrike">
                <a:solidFill>
                  <a:srgbClr val="000000"/>
                </a:solidFill>
                <a:latin typeface="Times New Roman"/>
                <a:ea typeface="Times New Roman"/>
              </a:rPr>
              <a:t>I would make a website that people could visit that would show the current weather and the weather history.</a:t>
            </a:r>
            <a:endParaRPr b="0" lang="en-US" sz="1979"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Thank you</a:t>
            </a:r>
            <a:endParaRPr b="0" lang="en-US" sz="3000" spc="-1" strike="noStrike">
              <a:solidFill>
                <a:srgbClr val="000000"/>
              </a:solidFill>
              <a:latin typeface="Arial"/>
            </a:endParaRPr>
          </a:p>
        </p:txBody>
      </p:sp>
      <p:sp>
        <p:nvSpPr>
          <p:cNvPr id="155" name="PlaceHolder 2"/>
          <p:cNvSpPr>
            <a:spLocks noGrp="1"/>
          </p:cNvSpPr>
          <p:nvPr>
            <p:ph/>
          </p:nvPr>
        </p:nvSpPr>
        <p:spPr>
          <a:xfrm>
            <a:off x="311760" y="943920"/>
            <a:ext cx="3041280" cy="3898080"/>
          </a:xfrm>
          <a:prstGeom prst="rect">
            <a:avLst/>
          </a:prstGeom>
          <a:noFill/>
          <a:ln w="0">
            <a:noFill/>
          </a:ln>
        </p:spPr>
        <p:txBody>
          <a:bodyPr lIns="91440" rIns="91440" tIns="91440" bIns="91440" anchor="t">
            <a:noAutofit/>
          </a:bodyPr>
          <a:p>
            <a:pPr indent="0">
              <a:lnSpc>
                <a:spcPct val="115000"/>
              </a:lnSpc>
              <a:buNone/>
              <a:tabLst>
                <a:tab algn="l" pos="0"/>
              </a:tabLst>
            </a:pPr>
            <a:r>
              <a:rPr b="0" lang="en" sz="1800" spc="-1" strike="noStrike">
                <a:solidFill>
                  <a:srgbClr val="000000"/>
                </a:solidFill>
                <a:latin typeface="Times New Roman"/>
                <a:ea typeface="Times New Roman"/>
              </a:rPr>
              <a:t>My Science Teacher</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rgbClr val="000000"/>
                </a:solidFill>
                <a:latin typeface="Times New Roman"/>
                <a:ea typeface="Times New Roman"/>
              </a:rPr>
              <a:t>My Dad</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rgbClr val="000000"/>
                </a:solidFill>
                <a:latin typeface="Times New Roman"/>
                <a:ea typeface="Times New Roman"/>
              </a:rPr>
              <a:t>My Teachers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rgbClr val="000000"/>
                </a:solidFill>
                <a:latin typeface="Times New Roman"/>
                <a:ea typeface="Times New Roman"/>
              </a:rPr>
              <a:t>My Siblings</a:t>
            </a:r>
            <a:endParaRPr b="0" lang="en-US" sz="1800" spc="-1" strike="noStrike">
              <a:solidFill>
                <a:srgbClr val="000000"/>
              </a:solidFill>
              <a:latin typeface="Arial"/>
            </a:endParaRPr>
          </a:p>
          <a:p>
            <a:pPr indent="0">
              <a:lnSpc>
                <a:spcPct val="115000"/>
              </a:lnSpc>
              <a:spcBef>
                <a:spcPts val="1199"/>
              </a:spcBef>
              <a:buNone/>
              <a:tabLst>
                <a:tab algn="l" pos="0"/>
              </a:tabLst>
            </a:pPr>
            <a:r>
              <a:rPr b="0" lang="en" sz="1800" spc="-1" strike="noStrike">
                <a:solidFill>
                  <a:srgbClr val="000000"/>
                </a:solidFill>
                <a:latin typeface="Times New Roman"/>
                <a:ea typeface="Times New Roman"/>
              </a:rPr>
              <a:t>My Classmates</a:t>
            </a:r>
            <a:endParaRPr b="0" lang="en-US" sz="1800" spc="-1" strike="noStrike">
              <a:solidFill>
                <a:srgbClr val="000000"/>
              </a:solidFill>
              <a:latin typeface="Arial"/>
            </a:endParaRPr>
          </a:p>
          <a:p>
            <a:pPr indent="0">
              <a:lnSpc>
                <a:spcPct val="115000"/>
              </a:lnSpc>
              <a:spcBef>
                <a:spcPts val="1199"/>
              </a:spcBef>
              <a:spcAft>
                <a:spcPts val="1199"/>
              </a:spcAft>
              <a:buNone/>
              <a:tabLst>
                <a:tab algn="l" pos="0"/>
              </a:tabLst>
            </a:pPr>
            <a:r>
              <a:rPr b="0" lang="en" sz="1800" spc="-1" strike="noStrike">
                <a:solidFill>
                  <a:srgbClr val="000000"/>
                </a:solidFill>
                <a:latin typeface="Times New Roman"/>
                <a:ea typeface="Times New Roman"/>
              </a:rPr>
              <a:t>You!!</a:t>
            </a:r>
            <a:endParaRPr b="0" lang="en-US" sz="1800" spc="-1" strike="noStrike">
              <a:solidFill>
                <a:srgbClr val="000000"/>
              </a:solidFill>
              <a:latin typeface="Arial"/>
            </a:endParaRPr>
          </a:p>
        </p:txBody>
      </p:sp>
      <p:sp>
        <p:nvSpPr>
          <p:cNvPr id="156" name="Google Shape;261;p35"/>
          <p:cNvSpPr/>
          <p:nvPr/>
        </p:nvSpPr>
        <p:spPr>
          <a:xfrm>
            <a:off x="3257640" y="567000"/>
            <a:ext cx="5278320" cy="2955240"/>
          </a:xfrm>
          <a:prstGeom prst="flowChartAlternateProcess">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Bibliography</a:t>
            </a:r>
            <a:endParaRPr b="0" lang="en-US" sz="3000" spc="-1" strike="noStrike">
              <a:solidFill>
                <a:srgbClr val="000000"/>
              </a:solidFill>
              <a:latin typeface="Arial"/>
            </a:endParaRPr>
          </a:p>
        </p:txBody>
      </p:sp>
      <p:sp>
        <p:nvSpPr>
          <p:cNvPr id="158" name="PlaceHolder 2"/>
          <p:cNvSpPr>
            <a:spLocks noGrp="1"/>
          </p:cNvSpPr>
          <p:nvPr>
            <p:ph/>
          </p:nvPr>
        </p:nvSpPr>
        <p:spPr>
          <a:xfrm>
            <a:off x="555120" y="1072440"/>
            <a:ext cx="8520120" cy="3338640"/>
          </a:xfrm>
          <a:prstGeom prst="rect">
            <a:avLst/>
          </a:prstGeom>
          <a:noFill/>
          <a:ln w="0">
            <a:noFill/>
          </a:ln>
        </p:spPr>
        <p:txBody>
          <a:bodyPr lIns="91440" rIns="91440" tIns="91440" bIns="91440" anchor="t">
            <a:noAutofit/>
          </a:bodyPr>
          <a:p>
            <a:pPr indent="0">
              <a:lnSpc>
                <a:spcPct val="200000"/>
              </a:lnSpc>
              <a:buNone/>
              <a:tabLst>
                <a:tab algn="l" pos="0"/>
              </a:tabLst>
            </a:pPr>
            <a:r>
              <a:rPr b="0" lang="en" sz="1200" spc="-1" strike="noStrike">
                <a:solidFill>
                  <a:srgbClr val="000000"/>
                </a:solidFill>
                <a:latin typeface="Times New Roman"/>
                <a:ea typeface="Times New Roman"/>
              </a:rPr>
              <a:t>“</a:t>
            </a:r>
            <a:r>
              <a:rPr b="0" lang="en" sz="1200" spc="-1" strike="noStrike">
                <a:solidFill>
                  <a:srgbClr val="000000"/>
                </a:solidFill>
                <a:latin typeface="Times New Roman"/>
                <a:ea typeface="Times New Roman"/>
              </a:rPr>
              <a:t>Camera, N. Meanings, Etymology and More | Oxford English Dictionary.” </a:t>
            </a:r>
            <a:r>
              <a:rPr b="0" i="1" lang="en" sz="1200" spc="-1" strike="noStrike">
                <a:solidFill>
                  <a:srgbClr val="000000"/>
                </a:solidFill>
                <a:latin typeface="Times New Roman"/>
                <a:ea typeface="Times New Roman"/>
              </a:rPr>
              <a:t>Oed.com</a:t>
            </a:r>
            <a:r>
              <a:rPr b="0" lang="en" sz="1200" spc="-1" strike="noStrike">
                <a:solidFill>
                  <a:srgbClr val="000000"/>
                </a:solidFill>
                <a:latin typeface="Times New Roman"/>
                <a:ea typeface="Times New Roman"/>
              </a:rPr>
              <a:t>, 2025, https://doi.org/10.1093//OED//6154609095. Accessed 19 Sept. 2025.</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GeeksforGeeks. “Detect an Object with OpenCVPython.” </a:t>
            </a:r>
            <a:r>
              <a:rPr b="0" i="1" lang="en" sz="1200" spc="-1" strike="noStrike">
                <a:solidFill>
                  <a:srgbClr val="000000"/>
                </a:solidFill>
                <a:latin typeface="Times New Roman"/>
                <a:ea typeface="Times New Roman"/>
              </a:rPr>
              <a:t>GeeksforGeeks</a:t>
            </a:r>
            <a:r>
              <a:rPr b="0" lang="en" sz="1200" spc="-1" strike="noStrike">
                <a:solidFill>
                  <a:srgbClr val="000000"/>
                </a:solidFill>
                <a:latin typeface="Times New Roman"/>
                <a:ea typeface="Times New Roman"/>
              </a:rPr>
              <a:t>, 23 Jan. 2020, www.geeksforgeeks.org/python/detect-an-object-with-opencv-python/.</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 “What Is Object Detection in Computer Vision?” </a:t>
            </a:r>
            <a:r>
              <a:rPr b="0" i="1" lang="en" sz="1200" spc="-1" strike="noStrike">
                <a:solidFill>
                  <a:srgbClr val="000000"/>
                </a:solidFill>
                <a:latin typeface="Times New Roman"/>
                <a:ea typeface="Times New Roman"/>
              </a:rPr>
              <a:t>GeeksforGeeks</a:t>
            </a:r>
            <a:r>
              <a:rPr b="0" lang="en" sz="1200" spc="-1" strike="noStrike">
                <a:solidFill>
                  <a:srgbClr val="000000"/>
                </a:solidFill>
                <a:latin typeface="Times New Roman"/>
                <a:ea typeface="Times New Roman"/>
              </a:rPr>
              <a:t>, 10 May 2024, www.geeksforgeeks.org/computer-vision/what-is-object-detection-in-computer-vision/.</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Holdsworth, Jim, and Mark Scapicchio. “What Is Deep Learning?” </a:t>
            </a:r>
            <a:r>
              <a:rPr b="0" i="1" lang="en" sz="1200" spc="-1" strike="noStrike">
                <a:solidFill>
                  <a:srgbClr val="000000"/>
                </a:solidFill>
                <a:latin typeface="Times New Roman"/>
                <a:ea typeface="Times New Roman"/>
              </a:rPr>
              <a:t>IBM</a:t>
            </a:r>
            <a:r>
              <a:rPr b="0" lang="en" sz="1200" spc="-1" strike="noStrike">
                <a:solidFill>
                  <a:srgbClr val="000000"/>
                </a:solidFill>
                <a:latin typeface="Times New Roman"/>
                <a:ea typeface="Times New Roman"/>
              </a:rPr>
              <a:t>, 17 June 2024, www.ibm.com/think/topics/deep-learning.</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Khanam, Rahima, and Muhammad Hussain. “YOLOv11: An Overview of the Key Architectural Enhancements.” </a:t>
            </a:r>
            <a:r>
              <a:rPr b="0" i="1" lang="en" sz="1200" spc="-1" strike="noStrike">
                <a:solidFill>
                  <a:srgbClr val="000000"/>
                </a:solidFill>
                <a:latin typeface="Times New Roman"/>
                <a:ea typeface="Times New Roman"/>
              </a:rPr>
              <a:t>Arxiv.org</a:t>
            </a:r>
            <a:r>
              <a:rPr b="0" lang="en" sz="1200" spc="-1" strike="noStrike">
                <a:solidFill>
                  <a:srgbClr val="000000"/>
                </a:solidFill>
                <a:latin typeface="Times New Roman"/>
                <a:ea typeface="Times New Roman"/>
              </a:rPr>
              <a:t>, 2015, arxiv.org/html/2410.17725v1.</a:t>
            </a:r>
            <a:endParaRPr b="0" lang="en-US" sz="1200" spc="-1" strike="noStrike">
              <a:solidFill>
                <a:srgbClr val="000000"/>
              </a:solidFill>
              <a:latin typeface="Arial"/>
            </a:endParaRPr>
          </a:p>
          <a:p>
            <a:pPr indent="0">
              <a:lnSpc>
                <a:spcPct val="200000"/>
              </a:lnSpc>
              <a:buNone/>
              <a:tabLst>
                <a:tab algn="l" pos="0"/>
              </a:tabLst>
            </a:pPr>
            <a:endParaRPr b="0" lang="en-US" sz="1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Bibliography</a:t>
            </a:r>
            <a:endParaRPr b="0" lang="en-US" sz="3000" spc="-1" strike="noStrike">
              <a:solidFill>
                <a:srgbClr val="000000"/>
              </a:solidFill>
              <a:latin typeface="Arial"/>
            </a:endParaRPr>
          </a:p>
        </p:txBody>
      </p:sp>
      <p:sp>
        <p:nvSpPr>
          <p:cNvPr id="160" name="PlaceHolder 2"/>
          <p:cNvSpPr>
            <a:spLocks noGrp="1"/>
          </p:cNvSpPr>
          <p:nvPr>
            <p:ph/>
          </p:nvPr>
        </p:nvSpPr>
        <p:spPr>
          <a:xfrm>
            <a:off x="530640" y="1106640"/>
            <a:ext cx="8520120" cy="3338640"/>
          </a:xfrm>
          <a:prstGeom prst="rect">
            <a:avLst/>
          </a:prstGeom>
          <a:noFill/>
          <a:ln w="0">
            <a:noFill/>
          </a:ln>
        </p:spPr>
        <p:txBody>
          <a:bodyPr lIns="91440" rIns="91440" tIns="91440" bIns="91440" anchor="t">
            <a:noAutofit/>
          </a:bodyPr>
          <a:p>
            <a:pPr indent="0">
              <a:lnSpc>
                <a:spcPct val="200000"/>
              </a:lnSpc>
              <a:buNone/>
              <a:tabLst>
                <a:tab algn="l" pos="0"/>
              </a:tabLst>
            </a:pPr>
            <a:r>
              <a:rPr b="0" lang="en" sz="1200" spc="-1" strike="noStrike">
                <a:solidFill>
                  <a:srgbClr val="000000"/>
                </a:solidFill>
                <a:latin typeface="Times New Roman"/>
                <a:ea typeface="Times New Roman"/>
              </a:rPr>
              <a:t>Kundu, Rohit. “YOLO: Real-Time Object Detection Explained.” </a:t>
            </a:r>
            <a:r>
              <a:rPr b="0" i="1" lang="en" sz="1200" spc="-1" strike="noStrike">
                <a:solidFill>
                  <a:srgbClr val="000000"/>
                </a:solidFill>
                <a:latin typeface="Times New Roman"/>
                <a:ea typeface="Times New Roman"/>
              </a:rPr>
              <a:t>Www.v7labs.com</a:t>
            </a:r>
            <a:r>
              <a:rPr b="0" lang="en" sz="1200" spc="-1" strike="noStrike">
                <a:solidFill>
                  <a:srgbClr val="000000"/>
                </a:solidFill>
                <a:latin typeface="Times New Roman"/>
                <a:ea typeface="Times New Roman"/>
              </a:rPr>
              <a:t>, 17 Jan. 2023, www.v7labs.com/blog/yolo-object-detection.</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Ltd, Raspberry Pi. “Raspberry Pi.” </a:t>
            </a:r>
            <a:r>
              <a:rPr b="0" i="1" lang="en" sz="1200" spc="-1" strike="noStrike">
                <a:solidFill>
                  <a:srgbClr val="000000"/>
                </a:solidFill>
                <a:latin typeface="Times New Roman"/>
                <a:ea typeface="Times New Roman"/>
              </a:rPr>
              <a:t>Raspberry Pi</a:t>
            </a:r>
            <a:r>
              <a:rPr b="0" lang="en" sz="1200" spc="-1" strike="noStrike">
                <a:solidFill>
                  <a:srgbClr val="000000"/>
                </a:solidFill>
                <a:latin typeface="Times New Roman"/>
                <a:ea typeface="Times New Roman"/>
              </a:rPr>
              <a:t>, 2024, www.raspberrypi.com/.</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May, Kelley. “What Is Artificial Intelligence?” </a:t>
            </a:r>
            <a:r>
              <a:rPr b="0" i="1" lang="en" sz="1200" spc="-1" strike="noStrike">
                <a:solidFill>
                  <a:srgbClr val="000000"/>
                </a:solidFill>
                <a:latin typeface="Times New Roman"/>
                <a:ea typeface="Times New Roman"/>
              </a:rPr>
              <a:t>NASA</a:t>
            </a:r>
            <a:r>
              <a:rPr b="0" lang="en" sz="1200" spc="-1" strike="noStrike">
                <a:solidFill>
                  <a:srgbClr val="000000"/>
                </a:solidFill>
                <a:latin typeface="Times New Roman"/>
                <a:ea typeface="Times New Roman"/>
              </a:rPr>
              <a:t>, 13 May 2024, www.nasa.gov/what-is-artificial-intelligence/.</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Microsoft. “Artificial Intelligence vs. Machine Learning | Microsoft Azure.” </a:t>
            </a:r>
            <a:r>
              <a:rPr b="0" i="1" lang="en" sz="1200" spc="-1" strike="noStrike">
                <a:solidFill>
                  <a:srgbClr val="000000"/>
                </a:solidFill>
                <a:latin typeface="Times New Roman"/>
                <a:ea typeface="Times New Roman"/>
              </a:rPr>
              <a:t>Azure.microsoft.com</a:t>
            </a:r>
            <a:r>
              <a:rPr b="0" lang="en" sz="1200" spc="-1" strike="noStrike">
                <a:solidFill>
                  <a:srgbClr val="000000"/>
                </a:solidFill>
                <a:latin typeface="Times New Roman"/>
                <a:ea typeface="Times New Roman"/>
              </a:rPr>
              <a:t>, azure.microsoft.com/en-us/resources/cloud-computing-dictionary/artificial-intelligence-vs-machine-learning.</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OpenCV. “About OpenCV.” </a:t>
            </a:r>
            <a:r>
              <a:rPr b="0" i="1" lang="en" sz="1200" spc="-1" strike="noStrike">
                <a:solidFill>
                  <a:srgbClr val="000000"/>
                </a:solidFill>
                <a:latin typeface="Times New Roman"/>
                <a:ea typeface="Times New Roman"/>
              </a:rPr>
              <a:t>OpenCV</a:t>
            </a:r>
            <a:r>
              <a:rPr b="0" lang="en" sz="1200" spc="-1" strike="noStrike">
                <a:solidFill>
                  <a:srgbClr val="000000"/>
                </a:solidFill>
                <a:latin typeface="Times New Roman"/>
                <a:ea typeface="Times New Roman"/>
              </a:rPr>
              <a:t>, 2018, opencv.org/about/.</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Pi, Multiple cameras with the Raspberry, and OpenCV-PyImageSearch says. “Home Surveillance and Motion Detection with the Raspberry Pi, Python, OpenCV, and Dropbox.” </a:t>
            </a:r>
            <a:r>
              <a:rPr b="0" i="1" lang="en" sz="1200" spc="-1" strike="noStrike">
                <a:solidFill>
                  <a:srgbClr val="000000"/>
                </a:solidFill>
                <a:latin typeface="Times New Roman"/>
                <a:ea typeface="Times New Roman"/>
              </a:rPr>
              <a:t>PyImageSearch</a:t>
            </a:r>
            <a:r>
              <a:rPr b="0" lang="en" sz="1200" spc="-1" strike="noStrike">
                <a:solidFill>
                  <a:srgbClr val="000000"/>
                </a:solidFill>
                <a:latin typeface="Times New Roman"/>
                <a:ea typeface="Times New Roman"/>
              </a:rPr>
              <a:t>, 1 June 2015, pyimagesearch.com/2015/06/01/home-surveillance-and-motion-detection-with-the-raspberry-pi-python-and-opencv/.</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PYTHON. “Python.” </a:t>
            </a:r>
            <a:r>
              <a:rPr b="0" i="1" lang="en" sz="1200" spc="-1" strike="noStrike">
                <a:solidFill>
                  <a:srgbClr val="000000"/>
                </a:solidFill>
                <a:latin typeface="Times New Roman"/>
                <a:ea typeface="Times New Roman"/>
              </a:rPr>
              <a:t>Python.org</a:t>
            </a:r>
            <a:r>
              <a:rPr b="0" lang="en" sz="1200" spc="-1" strike="noStrike">
                <a:solidFill>
                  <a:srgbClr val="000000"/>
                </a:solidFill>
                <a:latin typeface="Times New Roman"/>
                <a:ea typeface="Times New Roman"/>
              </a:rPr>
              <a:t>, Python.org, 2025, www.python.org/.</a:t>
            </a:r>
            <a:endParaRPr b="0" lang="en-US" sz="1200" spc="-1" strike="noStrike">
              <a:solidFill>
                <a:srgbClr val="000000"/>
              </a:solidFill>
              <a:latin typeface="Arial"/>
            </a:endParaRPr>
          </a:p>
          <a:p>
            <a:pPr indent="0">
              <a:lnSpc>
                <a:spcPct val="200000"/>
              </a:lnSpc>
              <a:buNone/>
              <a:tabLst>
                <a:tab algn="l" pos="0"/>
              </a:tabLst>
            </a:pP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311760" y="410040"/>
            <a:ext cx="8520120" cy="607320"/>
          </a:xfrm>
          <a:prstGeom prst="rect">
            <a:avLst/>
          </a:prstGeom>
          <a:noFill/>
          <a:ln w="0">
            <a:noFill/>
          </a:ln>
        </p:spPr>
        <p:txBody>
          <a:bodyPr lIns="91440" rIns="91440" tIns="91440" bIns="91440" anchor="t">
            <a:normAutofit fontScale="96363"/>
          </a:bodyPr>
          <a:p>
            <a:pPr indent="0">
              <a:lnSpc>
                <a:spcPct val="100000"/>
              </a:lnSpc>
              <a:buNone/>
              <a:tabLst>
                <a:tab algn="l" pos="0"/>
              </a:tabLst>
            </a:pPr>
            <a:r>
              <a:rPr b="0" lang="en" sz="3000" spc="-1" strike="noStrike">
                <a:solidFill>
                  <a:schemeClr val="dk1"/>
                </a:solidFill>
                <a:latin typeface="Times New Roman"/>
                <a:ea typeface="Times New Roman"/>
              </a:rPr>
              <a:t>Bibliography</a:t>
            </a:r>
            <a:endParaRPr b="0" lang="en-US" sz="3000" spc="-1" strike="noStrike">
              <a:solidFill>
                <a:srgbClr val="000000"/>
              </a:solidFill>
              <a:latin typeface="Arial"/>
            </a:endParaRPr>
          </a:p>
        </p:txBody>
      </p:sp>
      <p:sp>
        <p:nvSpPr>
          <p:cNvPr id="162" name="PlaceHolder 2"/>
          <p:cNvSpPr>
            <a:spLocks noGrp="1"/>
          </p:cNvSpPr>
          <p:nvPr>
            <p:ph/>
          </p:nvPr>
        </p:nvSpPr>
        <p:spPr>
          <a:xfrm>
            <a:off x="558000" y="1270800"/>
            <a:ext cx="8520120" cy="3338640"/>
          </a:xfrm>
          <a:prstGeom prst="rect">
            <a:avLst/>
          </a:prstGeom>
          <a:noFill/>
          <a:ln w="0">
            <a:noFill/>
          </a:ln>
        </p:spPr>
        <p:txBody>
          <a:bodyPr lIns="91440" rIns="91440" tIns="91440" bIns="91440" anchor="t">
            <a:normAutofit/>
          </a:bodyPr>
          <a:p>
            <a:pPr indent="0">
              <a:lnSpc>
                <a:spcPct val="200000"/>
              </a:lnSpc>
              <a:buNone/>
              <a:tabLst>
                <a:tab algn="l" pos="0"/>
              </a:tabLst>
            </a:pPr>
            <a:r>
              <a:rPr b="0" lang="en" sz="1200" spc="-1" strike="noStrike">
                <a:solidFill>
                  <a:srgbClr val="000000"/>
                </a:solidFill>
                <a:latin typeface="Times New Roman"/>
                <a:ea typeface="Times New Roman"/>
              </a:rPr>
              <a:t>“</a:t>
            </a:r>
            <a:r>
              <a:rPr b="0" lang="en" sz="1200" spc="-1" strike="noStrike">
                <a:solidFill>
                  <a:srgbClr val="000000"/>
                </a:solidFill>
                <a:latin typeface="Times New Roman"/>
                <a:ea typeface="Times New Roman"/>
              </a:rPr>
              <a:t>Raindrop | Meteorology | Britannica.” </a:t>
            </a:r>
            <a:r>
              <a:rPr b="0" i="1" lang="en" sz="1200" spc="-1" strike="noStrike">
                <a:solidFill>
                  <a:srgbClr val="000000"/>
                </a:solidFill>
                <a:latin typeface="Times New Roman"/>
                <a:ea typeface="Times New Roman"/>
              </a:rPr>
              <a:t>Encyclopedia Britannica</a:t>
            </a:r>
            <a:r>
              <a:rPr b="0" lang="en" sz="1200" spc="-1" strike="noStrike">
                <a:solidFill>
                  <a:srgbClr val="000000"/>
                </a:solidFill>
                <a:latin typeface="Times New Roman"/>
                <a:ea typeface="Times New Roman"/>
              </a:rPr>
              <a:t>, 2025, www.britannica.com/science/raindrop. Accessed 3 Dec. 2025.</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Staff, Coursera. “Computer Vision vs. Machine Learning: What’s the Difference?” </a:t>
            </a:r>
            <a:r>
              <a:rPr b="0" i="1" lang="en" sz="1200" spc="-1" strike="noStrike">
                <a:solidFill>
                  <a:srgbClr val="000000"/>
                </a:solidFill>
                <a:latin typeface="Times New Roman"/>
                <a:ea typeface="Times New Roman"/>
              </a:rPr>
              <a:t>Coursera</a:t>
            </a:r>
            <a:r>
              <a:rPr b="0" lang="en" sz="1200" spc="-1" strike="noStrike">
                <a:solidFill>
                  <a:srgbClr val="000000"/>
                </a:solidFill>
                <a:latin typeface="Times New Roman"/>
                <a:ea typeface="Times New Roman"/>
              </a:rPr>
              <a:t>, 2025, www.coursera.org/articles/computer-vision-vs-machine-learning. Accessed 20 Sept. 2025.</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Tam, Adrian. “Training a Haar Cascade Object Detector in OpenCV - MachineLearningMastery.com.” </a:t>
            </a:r>
            <a:r>
              <a:rPr b="0" i="1" lang="en" sz="1200" spc="-1" strike="noStrike">
                <a:solidFill>
                  <a:srgbClr val="000000"/>
                </a:solidFill>
                <a:latin typeface="Times New Roman"/>
                <a:ea typeface="Times New Roman"/>
              </a:rPr>
              <a:t>MachineLearningMastery.com</a:t>
            </a:r>
            <a:r>
              <a:rPr b="0" lang="en" sz="1200" spc="-1" strike="noStrike">
                <a:solidFill>
                  <a:srgbClr val="000000"/>
                </a:solidFill>
                <a:latin typeface="Times New Roman"/>
                <a:ea typeface="Times New Roman"/>
              </a:rPr>
              <a:t>, 9 Dec. 2023, machinelearningmastery.com/training-a-haar-cascade-object-detector-in-opencv/. Accessed 22 Sept. 2025.</a:t>
            </a:r>
            <a:endParaRPr b="0" lang="en-US" sz="1200" spc="-1" strike="noStrike">
              <a:solidFill>
                <a:srgbClr val="000000"/>
              </a:solidFill>
              <a:latin typeface="Arial"/>
            </a:endParaRPr>
          </a:p>
          <a:p>
            <a:pPr indent="0">
              <a:lnSpc>
                <a:spcPct val="200000"/>
              </a:lnSpc>
              <a:buNone/>
              <a:tabLst>
                <a:tab algn="l" pos="0"/>
              </a:tabLst>
            </a:pPr>
            <a:r>
              <a:rPr b="0" lang="en" sz="1200" spc="-1" strike="noStrike">
                <a:solidFill>
                  <a:srgbClr val="000000"/>
                </a:solidFill>
                <a:latin typeface="Times New Roman"/>
                <a:ea typeface="Times New Roman"/>
              </a:rPr>
              <a:t>“</a:t>
            </a:r>
            <a:r>
              <a:rPr b="0" lang="en" sz="1200" spc="-1" strike="noStrike">
                <a:solidFill>
                  <a:srgbClr val="000000"/>
                </a:solidFill>
                <a:latin typeface="Times New Roman"/>
                <a:ea typeface="Times New Roman"/>
              </a:rPr>
              <a:t>The Mechanism of a Digital Camera / Digital Camera Basic Knowledge / PHOTO STYLE / Digital Cameras | Ricoh Global.” </a:t>
            </a:r>
            <a:r>
              <a:rPr b="0" i="1" lang="en" sz="1200" spc="-1" strike="noStrike">
                <a:solidFill>
                  <a:srgbClr val="000000"/>
                </a:solidFill>
                <a:latin typeface="Times New Roman"/>
                <a:ea typeface="Times New Roman"/>
              </a:rPr>
              <a:t>Www.ricoh-Imaging.co.jp</a:t>
            </a:r>
            <a:r>
              <a:rPr b="0" lang="en" sz="1200" spc="-1" strike="noStrike">
                <a:solidFill>
                  <a:srgbClr val="000000"/>
                </a:solidFill>
                <a:latin typeface="Times New Roman"/>
                <a:ea typeface="Times New Roman"/>
              </a:rPr>
              <a:t>, www.ricoh-imaging.co.jp/english/r_dc/photostyle/knowledge/preparation/digitalcamera.html.</a:t>
            </a:r>
            <a:endParaRPr b="0" lang="en-US" sz="1200" spc="-1" strike="noStrike">
              <a:solidFill>
                <a:srgbClr val="000000"/>
              </a:solidFill>
              <a:latin typeface="Arial"/>
            </a:endParaRPr>
          </a:p>
          <a:p>
            <a:pPr indent="0">
              <a:lnSpc>
                <a:spcPct val="115000"/>
              </a:lnSpc>
              <a:spcAft>
                <a:spcPts val="1199"/>
              </a:spcAft>
              <a:buNone/>
              <a:tabLst>
                <a:tab algn="l" pos="0"/>
              </a:tabLst>
            </a:pPr>
            <a:endParaRPr b="0" lang="en-US" sz="21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Geometric">
  <a:themeElements>
    <a:clrScheme name="Geometric">
      <a:dk1>
        <a:srgbClr val="2a3990"/>
      </a:dk1>
      <a:lt1>
        <a:srgbClr val="ffffff"/>
      </a:lt1>
      <a:dk2>
        <a:srgbClr val="434343"/>
      </a:dk2>
      <a:lt2>
        <a:srgbClr val="999999"/>
      </a:lt2>
      <a:accent1>
        <a:srgbClr val="212d74"/>
      </a:accent1>
      <a:accent2>
        <a:srgbClr val="3949ab"/>
      </a:accent2>
      <a:accent3>
        <a:srgbClr val="9c254d"/>
      </a:accent3>
      <a:accent4>
        <a:srgbClr val="d23369"/>
      </a:accent4>
      <a:accent5>
        <a:srgbClr val="f06292"/>
      </a:accent5>
      <a:accent6>
        <a:srgbClr val="7890cd"/>
      </a:accent6>
      <a:hlink>
        <a:srgbClr val="f06292"/>
      </a:hlink>
      <a:folHlink>
        <a:srgbClr val="f0629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2026-09-14T17:12:42Z</dcterms:modified>
  <cp:revision>1</cp:revision>
  <dc:subject/>
  <dc:title/>
</cp:coreProperties>
</file>